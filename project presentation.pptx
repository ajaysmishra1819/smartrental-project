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2626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6"/>
            <a:ext cx="10058400" cy="56586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240536"/>
            <a:ext cx="2357628" cy="547573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2847" y="1057655"/>
            <a:ext cx="1164590" cy="5654040"/>
          </a:xfrm>
          <a:custGeom>
            <a:avLst/>
            <a:gdLst/>
            <a:ahLst/>
            <a:cxnLst/>
            <a:rect l="l" t="t" r="r" b="b"/>
            <a:pathLst>
              <a:path w="1164590" h="5654040">
                <a:moveTo>
                  <a:pt x="407708" y="3621913"/>
                </a:moveTo>
                <a:lnTo>
                  <a:pt x="404533" y="3585768"/>
                </a:lnTo>
                <a:lnTo>
                  <a:pt x="400062" y="3540074"/>
                </a:lnTo>
                <a:lnTo>
                  <a:pt x="395566" y="3493973"/>
                </a:lnTo>
                <a:lnTo>
                  <a:pt x="391680" y="3448824"/>
                </a:lnTo>
                <a:lnTo>
                  <a:pt x="391680" y="3418344"/>
                </a:lnTo>
                <a:lnTo>
                  <a:pt x="380809" y="3368700"/>
                </a:lnTo>
                <a:lnTo>
                  <a:pt x="370141" y="3319119"/>
                </a:lnTo>
                <a:lnTo>
                  <a:pt x="359676" y="3269602"/>
                </a:lnTo>
                <a:lnTo>
                  <a:pt x="349415" y="3220148"/>
                </a:lnTo>
                <a:lnTo>
                  <a:pt x="339356" y="3170720"/>
                </a:lnTo>
                <a:lnTo>
                  <a:pt x="329501" y="3121317"/>
                </a:lnTo>
                <a:lnTo>
                  <a:pt x="319849" y="3071939"/>
                </a:lnTo>
                <a:lnTo>
                  <a:pt x="310400" y="3022549"/>
                </a:lnTo>
                <a:lnTo>
                  <a:pt x="301155" y="2973171"/>
                </a:lnTo>
                <a:lnTo>
                  <a:pt x="292112" y="2923768"/>
                </a:lnTo>
                <a:lnTo>
                  <a:pt x="283273" y="2874340"/>
                </a:lnTo>
                <a:lnTo>
                  <a:pt x="274637" y="2824886"/>
                </a:lnTo>
                <a:lnTo>
                  <a:pt x="266204" y="2775369"/>
                </a:lnTo>
                <a:lnTo>
                  <a:pt x="257975" y="2725788"/>
                </a:lnTo>
                <a:lnTo>
                  <a:pt x="249948" y="2676156"/>
                </a:lnTo>
                <a:lnTo>
                  <a:pt x="241388" y="2624874"/>
                </a:lnTo>
                <a:lnTo>
                  <a:pt x="233006" y="2573629"/>
                </a:lnTo>
                <a:lnTo>
                  <a:pt x="224777" y="2522436"/>
                </a:lnTo>
                <a:lnTo>
                  <a:pt x="216725" y="2471267"/>
                </a:lnTo>
                <a:lnTo>
                  <a:pt x="208813" y="2420124"/>
                </a:lnTo>
                <a:lnTo>
                  <a:pt x="201066" y="2368981"/>
                </a:lnTo>
                <a:lnTo>
                  <a:pt x="193459" y="2317839"/>
                </a:lnTo>
                <a:lnTo>
                  <a:pt x="186004" y="2266696"/>
                </a:lnTo>
                <a:lnTo>
                  <a:pt x="178701" y="2215527"/>
                </a:lnTo>
                <a:lnTo>
                  <a:pt x="171526" y="2164321"/>
                </a:lnTo>
                <a:lnTo>
                  <a:pt x="164490" y="2113089"/>
                </a:lnTo>
                <a:lnTo>
                  <a:pt x="157594" y="2061806"/>
                </a:lnTo>
                <a:lnTo>
                  <a:pt x="150837" y="2010473"/>
                </a:lnTo>
                <a:lnTo>
                  <a:pt x="144195" y="1959063"/>
                </a:lnTo>
                <a:lnTo>
                  <a:pt x="137693" y="1907590"/>
                </a:lnTo>
                <a:lnTo>
                  <a:pt x="131305" y="1856028"/>
                </a:lnTo>
                <a:lnTo>
                  <a:pt x="125031" y="1804365"/>
                </a:lnTo>
                <a:lnTo>
                  <a:pt x="118884" y="1752612"/>
                </a:lnTo>
                <a:lnTo>
                  <a:pt x="113106" y="1701292"/>
                </a:lnTo>
                <a:lnTo>
                  <a:pt x="107480" y="1649984"/>
                </a:lnTo>
                <a:lnTo>
                  <a:pt x="101993" y="1598663"/>
                </a:lnTo>
                <a:lnTo>
                  <a:pt x="96634" y="1547329"/>
                </a:lnTo>
                <a:lnTo>
                  <a:pt x="91427" y="1495971"/>
                </a:lnTo>
                <a:lnTo>
                  <a:pt x="86372" y="1444586"/>
                </a:lnTo>
                <a:lnTo>
                  <a:pt x="81445" y="1393177"/>
                </a:lnTo>
                <a:lnTo>
                  <a:pt x="76657" y="1341742"/>
                </a:lnTo>
                <a:lnTo>
                  <a:pt x="72021" y="1290269"/>
                </a:lnTo>
                <a:lnTo>
                  <a:pt x="67513" y="1238745"/>
                </a:lnTo>
                <a:lnTo>
                  <a:pt x="63157" y="1187170"/>
                </a:lnTo>
                <a:lnTo>
                  <a:pt x="58940" y="1135557"/>
                </a:lnTo>
                <a:lnTo>
                  <a:pt x="54851" y="1083881"/>
                </a:lnTo>
                <a:lnTo>
                  <a:pt x="50914" y="1032141"/>
                </a:lnTo>
                <a:lnTo>
                  <a:pt x="47129" y="980338"/>
                </a:lnTo>
                <a:lnTo>
                  <a:pt x="43472" y="928471"/>
                </a:lnTo>
                <a:lnTo>
                  <a:pt x="39954" y="876515"/>
                </a:lnTo>
                <a:lnTo>
                  <a:pt x="36588" y="824496"/>
                </a:lnTo>
                <a:lnTo>
                  <a:pt x="33591" y="773188"/>
                </a:lnTo>
                <a:lnTo>
                  <a:pt x="30695" y="721880"/>
                </a:lnTo>
                <a:lnTo>
                  <a:pt x="27889" y="670572"/>
                </a:lnTo>
                <a:lnTo>
                  <a:pt x="25158" y="619264"/>
                </a:lnTo>
                <a:lnTo>
                  <a:pt x="22491" y="567956"/>
                </a:lnTo>
                <a:lnTo>
                  <a:pt x="19875" y="516648"/>
                </a:lnTo>
                <a:lnTo>
                  <a:pt x="14744" y="414032"/>
                </a:lnTo>
                <a:lnTo>
                  <a:pt x="12192" y="362724"/>
                </a:lnTo>
                <a:lnTo>
                  <a:pt x="10337" y="310642"/>
                </a:lnTo>
                <a:lnTo>
                  <a:pt x="8686" y="258826"/>
                </a:lnTo>
                <a:lnTo>
                  <a:pt x="7277" y="207162"/>
                </a:lnTo>
                <a:lnTo>
                  <a:pt x="6134" y="155562"/>
                </a:lnTo>
                <a:lnTo>
                  <a:pt x="5283" y="103898"/>
                </a:lnTo>
                <a:lnTo>
                  <a:pt x="4762" y="52082"/>
                </a:lnTo>
                <a:lnTo>
                  <a:pt x="4572" y="0"/>
                </a:lnTo>
                <a:lnTo>
                  <a:pt x="0" y="0"/>
                </a:lnTo>
                <a:lnTo>
                  <a:pt x="254" y="52082"/>
                </a:lnTo>
                <a:lnTo>
                  <a:pt x="914" y="103898"/>
                </a:lnTo>
                <a:lnTo>
                  <a:pt x="1803" y="155562"/>
                </a:lnTo>
                <a:lnTo>
                  <a:pt x="2781" y="207162"/>
                </a:lnTo>
                <a:lnTo>
                  <a:pt x="3670" y="258826"/>
                </a:lnTo>
                <a:lnTo>
                  <a:pt x="4330" y="310642"/>
                </a:lnTo>
                <a:lnTo>
                  <a:pt x="4572" y="362724"/>
                </a:lnTo>
                <a:lnTo>
                  <a:pt x="7023" y="414032"/>
                </a:lnTo>
                <a:lnTo>
                  <a:pt x="9309" y="465378"/>
                </a:lnTo>
                <a:lnTo>
                  <a:pt x="13728" y="568350"/>
                </a:lnTo>
                <a:lnTo>
                  <a:pt x="16027" y="620039"/>
                </a:lnTo>
                <a:lnTo>
                  <a:pt x="18465" y="671918"/>
                </a:lnTo>
                <a:lnTo>
                  <a:pt x="21132" y="724027"/>
                </a:lnTo>
                <a:lnTo>
                  <a:pt x="24091" y="776389"/>
                </a:lnTo>
                <a:lnTo>
                  <a:pt x="27444" y="829068"/>
                </a:lnTo>
                <a:lnTo>
                  <a:pt x="30289" y="880402"/>
                </a:lnTo>
                <a:lnTo>
                  <a:pt x="33261" y="931786"/>
                </a:lnTo>
                <a:lnTo>
                  <a:pt x="36360" y="983208"/>
                </a:lnTo>
                <a:lnTo>
                  <a:pt x="39598" y="1034681"/>
                </a:lnTo>
                <a:lnTo>
                  <a:pt x="42976" y="1086180"/>
                </a:lnTo>
                <a:lnTo>
                  <a:pt x="46520" y="1137704"/>
                </a:lnTo>
                <a:lnTo>
                  <a:pt x="50215" y="1189240"/>
                </a:lnTo>
                <a:lnTo>
                  <a:pt x="54076" y="1240802"/>
                </a:lnTo>
                <a:lnTo>
                  <a:pt x="58115" y="1292364"/>
                </a:lnTo>
                <a:lnTo>
                  <a:pt x="62331" y="1343914"/>
                </a:lnTo>
                <a:lnTo>
                  <a:pt x="66738" y="1395476"/>
                </a:lnTo>
                <a:lnTo>
                  <a:pt x="71348" y="1447012"/>
                </a:lnTo>
                <a:lnTo>
                  <a:pt x="76174" y="1498536"/>
                </a:lnTo>
                <a:lnTo>
                  <a:pt x="81203" y="1550035"/>
                </a:lnTo>
                <a:lnTo>
                  <a:pt x="86461" y="1601508"/>
                </a:lnTo>
                <a:lnTo>
                  <a:pt x="91948" y="1652930"/>
                </a:lnTo>
                <a:lnTo>
                  <a:pt x="97663" y="1704314"/>
                </a:lnTo>
                <a:lnTo>
                  <a:pt x="103644" y="1755660"/>
                </a:lnTo>
                <a:lnTo>
                  <a:pt x="109042" y="1806968"/>
                </a:lnTo>
                <a:lnTo>
                  <a:pt x="114592" y="1858276"/>
                </a:lnTo>
                <a:lnTo>
                  <a:pt x="120294" y="1909584"/>
                </a:lnTo>
                <a:lnTo>
                  <a:pt x="126136" y="1960892"/>
                </a:lnTo>
                <a:lnTo>
                  <a:pt x="132143" y="2012200"/>
                </a:lnTo>
                <a:lnTo>
                  <a:pt x="138290" y="2063508"/>
                </a:lnTo>
                <a:lnTo>
                  <a:pt x="144614" y="2114816"/>
                </a:lnTo>
                <a:lnTo>
                  <a:pt x="151091" y="2166124"/>
                </a:lnTo>
                <a:lnTo>
                  <a:pt x="157746" y="2217432"/>
                </a:lnTo>
                <a:lnTo>
                  <a:pt x="164553" y="2268740"/>
                </a:lnTo>
                <a:lnTo>
                  <a:pt x="171538" y="2320048"/>
                </a:lnTo>
                <a:lnTo>
                  <a:pt x="178714" y="2371356"/>
                </a:lnTo>
                <a:lnTo>
                  <a:pt x="186055" y="2422664"/>
                </a:lnTo>
                <a:lnTo>
                  <a:pt x="193573" y="2473972"/>
                </a:lnTo>
                <a:lnTo>
                  <a:pt x="201282" y="2525280"/>
                </a:lnTo>
                <a:lnTo>
                  <a:pt x="209181" y="2576588"/>
                </a:lnTo>
                <a:lnTo>
                  <a:pt x="217271" y="2627896"/>
                </a:lnTo>
                <a:lnTo>
                  <a:pt x="225552" y="2679204"/>
                </a:lnTo>
                <a:lnTo>
                  <a:pt x="233540" y="2730474"/>
                </a:lnTo>
                <a:lnTo>
                  <a:pt x="241757" y="2781706"/>
                </a:lnTo>
                <a:lnTo>
                  <a:pt x="250177" y="2832874"/>
                </a:lnTo>
                <a:lnTo>
                  <a:pt x="258826" y="2883992"/>
                </a:lnTo>
                <a:lnTo>
                  <a:pt x="267690" y="2935071"/>
                </a:lnTo>
                <a:lnTo>
                  <a:pt x="276758" y="2986087"/>
                </a:lnTo>
                <a:lnTo>
                  <a:pt x="286029" y="3037065"/>
                </a:lnTo>
                <a:lnTo>
                  <a:pt x="295503" y="3087992"/>
                </a:lnTo>
                <a:lnTo>
                  <a:pt x="305193" y="3138881"/>
                </a:lnTo>
                <a:lnTo>
                  <a:pt x="315061" y="3189719"/>
                </a:lnTo>
                <a:lnTo>
                  <a:pt x="325132" y="3240519"/>
                </a:lnTo>
                <a:lnTo>
                  <a:pt x="335394" y="3291281"/>
                </a:lnTo>
                <a:lnTo>
                  <a:pt x="345846" y="3342005"/>
                </a:lnTo>
                <a:lnTo>
                  <a:pt x="356489" y="3392690"/>
                </a:lnTo>
                <a:lnTo>
                  <a:pt x="367309" y="3443351"/>
                </a:lnTo>
                <a:lnTo>
                  <a:pt x="378294" y="3493973"/>
                </a:lnTo>
                <a:lnTo>
                  <a:pt x="389470" y="3544557"/>
                </a:lnTo>
                <a:lnTo>
                  <a:pt x="400824" y="3595128"/>
                </a:lnTo>
                <a:lnTo>
                  <a:pt x="405777" y="3613226"/>
                </a:lnTo>
                <a:lnTo>
                  <a:pt x="407708" y="3621913"/>
                </a:lnTo>
                <a:close/>
              </a:path>
              <a:path w="1164590" h="5654040">
                <a:moveTo>
                  <a:pt x="507504" y="1063752"/>
                </a:moveTo>
                <a:lnTo>
                  <a:pt x="504456" y="1063752"/>
                </a:lnTo>
                <a:lnTo>
                  <a:pt x="495515" y="1112837"/>
                </a:lnTo>
                <a:lnTo>
                  <a:pt x="486994" y="1161821"/>
                </a:lnTo>
                <a:lnTo>
                  <a:pt x="478866" y="1210729"/>
                </a:lnTo>
                <a:lnTo>
                  <a:pt x="471119" y="1259586"/>
                </a:lnTo>
                <a:lnTo>
                  <a:pt x="463715" y="1308455"/>
                </a:lnTo>
                <a:lnTo>
                  <a:pt x="456653" y="1357363"/>
                </a:lnTo>
                <a:lnTo>
                  <a:pt x="449922" y="1406347"/>
                </a:lnTo>
                <a:lnTo>
                  <a:pt x="443496" y="1455420"/>
                </a:lnTo>
                <a:lnTo>
                  <a:pt x="437908" y="1504073"/>
                </a:lnTo>
                <a:lnTo>
                  <a:pt x="432587" y="1552816"/>
                </a:lnTo>
                <a:lnTo>
                  <a:pt x="427469" y="1601635"/>
                </a:lnTo>
                <a:lnTo>
                  <a:pt x="422529" y="1650492"/>
                </a:lnTo>
                <a:lnTo>
                  <a:pt x="417741" y="1699361"/>
                </a:lnTo>
                <a:lnTo>
                  <a:pt x="413054" y="1748180"/>
                </a:lnTo>
                <a:lnTo>
                  <a:pt x="408444" y="1796923"/>
                </a:lnTo>
                <a:lnTo>
                  <a:pt x="403860" y="1845564"/>
                </a:lnTo>
                <a:lnTo>
                  <a:pt x="399389" y="1894967"/>
                </a:lnTo>
                <a:lnTo>
                  <a:pt x="395224" y="1944306"/>
                </a:lnTo>
                <a:lnTo>
                  <a:pt x="391350" y="1993607"/>
                </a:lnTo>
                <a:lnTo>
                  <a:pt x="387781" y="2042858"/>
                </a:lnTo>
                <a:lnTo>
                  <a:pt x="384492" y="2092083"/>
                </a:lnTo>
                <a:lnTo>
                  <a:pt x="381508" y="2141296"/>
                </a:lnTo>
                <a:lnTo>
                  <a:pt x="378802" y="2190496"/>
                </a:lnTo>
                <a:lnTo>
                  <a:pt x="376389" y="2239708"/>
                </a:lnTo>
                <a:lnTo>
                  <a:pt x="374256" y="2288946"/>
                </a:lnTo>
                <a:lnTo>
                  <a:pt x="372402" y="2338209"/>
                </a:lnTo>
                <a:lnTo>
                  <a:pt x="370840" y="2387511"/>
                </a:lnTo>
                <a:lnTo>
                  <a:pt x="369570" y="2436863"/>
                </a:lnTo>
                <a:lnTo>
                  <a:pt x="368566" y="2486279"/>
                </a:lnTo>
                <a:lnTo>
                  <a:pt x="367855" y="2535631"/>
                </a:lnTo>
                <a:lnTo>
                  <a:pt x="367436" y="2585301"/>
                </a:lnTo>
                <a:lnTo>
                  <a:pt x="367284" y="2634996"/>
                </a:lnTo>
                <a:lnTo>
                  <a:pt x="366826" y="2684742"/>
                </a:lnTo>
                <a:lnTo>
                  <a:pt x="366814" y="2791244"/>
                </a:lnTo>
                <a:lnTo>
                  <a:pt x="367157" y="2834589"/>
                </a:lnTo>
                <a:lnTo>
                  <a:pt x="367284" y="2843301"/>
                </a:lnTo>
                <a:lnTo>
                  <a:pt x="367855" y="2884716"/>
                </a:lnTo>
                <a:lnTo>
                  <a:pt x="368846" y="2934906"/>
                </a:lnTo>
                <a:lnTo>
                  <a:pt x="370141" y="2985147"/>
                </a:lnTo>
                <a:lnTo>
                  <a:pt x="371754" y="3035439"/>
                </a:lnTo>
                <a:lnTo>
                  <a:pt x="373659" y="3085769"/>
                </a:lnTo>
                <a:lnTo>
                  <a:pt x="375869" y="3136112"/>
                </a:lnTo>
                <a:lnTo>
                  <a:pt x="378396" y="3186480"/>
                </a:lnTo>
                <a:lnTo>
                  <a:pt x="381241" y="3236849"/>
                </a:lnTo>
                <a:lnTo>
                  <a:pt x="384390" y="3287204"/>
                </a:lnTo>
                <a:lnTo>
                  <a:pt x="387870" y="3337547"/>
                </a:lnTo>
                <a:lnTo>
                  <a:pt x="391668" y="3387852"/>
                </a:lnTo>
                <a:lnTo>
                  <a:pt x="400812" y="3429749"/>
                </a:lnTo>
                <a:lnTo>
                  <a:pt x="409956" y="3472624"/>
                </a:lnTo>
                <a:lnTo>
                  <a:pt x="419100" y="3515804"/>
                </a:lnTo>
                <a:lnTo>
                  <a:pt x="428244" y="3558540"/>
                </a:lnTo>
                <a:lnTo>
                  <a:pt x="431304" y="3561588"/>
                </a:lnTo>
                <a:lnTo>
                  <a:pt x="426135" y="3526155"/>
                </a:lnTo>
                <a:lnTo>
                  <a:pt x="421957" y="3490722"/>
                </a:lnTo>
                <a:lnTo>
                  <a:pt x="412203" y="3366909"/>
                </a:lnTo>
                <a:lnTo>
                  <a:pt x="408546" y="3314103"/>
                </a:lnTo>
                <a:lnTo>
                  <a:pt x="405117" y="3261423"/>
                </a:lnTo>
                <a:lnTo>
                  <a:pt x="401916" y="3208883"/>
                </a:lnTo>
                <a:lnTo>
                  <a:pt x="398957" y="3156432"/>
                </a:lnTo>
                <a:lnTo>
                  <a:pt x="396240" y="3104083"/>
                </a:lnTo>
                <a:lnTo>
                  <a:pt x="393763" y="3051822"/>
                </a:lnTo>
                <a:lnTo>
                  <a:pt x="391553" y="2999625"/>
                </a:lnTo>
                <a:lnTo>
                  <a:pt x="389610" y="2947479"/>
                </a:lnTo>
                <a:lnTo>
                  <a:pt x="387946" y="2895384"/>
                </a:lnTo>
                <a:lnTo>
                  <a:pt x="386562" y="2843301"/>
                </a:lnTo>
                <a:lnTo>
                  <a:pt x="385483" y="2791244"/>
                </a:lnTo>
                <a:lnTo>
                  <a:pt x="384695" y="2739186"/>
                </a:lnTo>
                <a:lnTo>
                  <a:pt x="384213" y="2687104"/>
                </a:lnTo>
                <a:lnTo>
                  <a:pt x="384213" y="2684742"/>
                </a:lnTo>
                <a:lnTo>
                  <a:pt x="384048" y="2634996"/>
                </a:lnTo>
                <a:lnTo>
                  <a:pt x="384200" y="2585301"/>
                </a:lnTo>
                <a:lnTo>
                  <a:pt x="384619" y="2535631"/>
                </a:lnTo>
                <a:lnTo>
                  <a:pt x="385318" y="2486012"/>
                </a:lnTo>
                <a:lnTo>
                  <a:pt x="386283" y="2436431"/>
                </a:lnTo>
                <a:lnTo>
                  <a:pt x="387502" y="2386888"/>
                </a:lnTo>
                <a:lnTo>
                  <a:pt x="388988" y="2337397"/>
                </a:lnTo>
                <a:lnTo>
                  <a:pt x="390715" y="2287955"/>
                </a:lnTo>
                <a:lnTo>
                  <a:pt x="392671" y="2238565"/>
                </a:lnTo>
                <a:lnTo>
                  <a:pt x="394881" y="2189238"/>
                </a:lnTo>
                <a:lnTo>
                  <a:pt x="397294" y="2139950"/>
                </a:lnTo>
                <a:lnTo>
                  <a:pt x="399935" y="2090737"/>
                </a:lnTo>
                <a:lnTo>
                  <a:pt x="402780" y="2041575"/>
                </a:lnTo>
                <a:lnTo>
                  <a:pt x="405828" y="1992477"/>
                </a:lnTo>
                <a:lnTo>
                  <a:pt x="409054" y="1943442"/>
                </a:lnTo>
                <a:lnTo>
                  <a:pt x="412470" y="1894471"/>
                </a:lnTo>
                <a:lnTo>
                  <a:pt x="416052" y="1845564"/>
                </a:lnTo>
                <a:lnTo>
                  <a:pt x="419125" y="1796923"/>
                </a:lnTo>
                <a:lnTo>
                  <a:pt x="422605" y="1748180"/>
                </a:lnTo>
                <a:lnTo>
                  <a:pt x="426478" y="1699361"/>
                </a:lnTo>
                <a:lnTo>
                  <a:pt x="430720" y="1650492"/>
                </a:lnTo>
                <a:lnTo>
                  <a:pt x="435330" y="1601635"/>
                </a:lnTo>
                <a:lnTo>
                  <a:pt x="440270" y="1552816"/>
                </a:lnTo>
                <a:lnTo>
                  <a:pt x="445541" y="1504073"/>
                </a:lnTo>
                <a:lnTo>
                  <a:pt x="451116" y="1455420"/>
                </a:lnTo>
                <a:lnTo>
                  <a:pt x="463562" y="1357363"/>
                </a:lnTo>
                <a:lnTo>
                  <a:pt x="469887" y="1308455"/>
                </a:lnTo>
                <a:lnTo>
                  <a:pt x="476453" y="1259586"/>
                </a:lnTo>
                <a:lnTo>
                  <a:pt x="483362" y="1210729"/>
                </a:lnTo>
                <a:lnTo>
                  <a:pt x="490753" y="1161821"/>
                </a:lnTo>
                <a:lnTo>
                  <a:pt x="498767" y="1112837"/>
                </a:lnTo>
                <a:lnTo>
                  <a:pt x="507504" y="1063752"/>
                </a:lnTo>
                <a:close/>
              </a:path>
              <a:path w="1164590" h="5654040">
                <a:moveTo>
                  <a:pt x="864108" y="5445252"/>
                </a:moveTo>
                <a:lnTo>
                  <a:pt x="839660" y="5362600"/>
                </a:lnTo>
                <a:lnTo>
                  <a:pt x="828103" y="5313997"/>
                </a:lnTo>
                <a:lnTo>
                  <a:pt x="817422" y="5265115"/>
                </a:lnTo>
                <a:lnTo>
                  <a:pt x="807720" y="5216652"/>
                </a:lnTo>
                <a:lnTo>
                  <a:pt x="788708" y="5166766"/>
                </a:lnTo>
                <a:lnTo>
                  <a:pt x="770051" y="5116004"/>
                </a:lnTo>
                <a:lnTo>
                  <a:pt x="751763" y="5064569"/>
                </a:lnTo>
                <a:lnTo>
                  <a:pt x="733844" y="5012715"/>
                </a:lnTo>
                <a:lnTo>
                  <a:pt x="716280" y="4960620"/>
                </a:lnTo>
                <a:lnTo>
                  <a:pt x="701065" y="4913693"/>
                </a:lnTo>
                <a:lnTo>
                  <a:pt x="686282" y="4866627"/>
                </a:lnTo>
                <a:lnTo>
                  <a:pt x="671918" y="4819421"/>
                </a:lnTo>
                <a:lnTo>
                  <a:pt x="657974" y="4772101"/>
                </a:lnTo>
                <a:lnTo>
                  <a:pt x="644448" y="4724666"/>
                </a:lnTo>
                <a:lnTo>
                  <a:pt x="631342" y="4677118"/>
                </a:lnTo>
                <a:lnTo>
                  <a:pt x="618642" y="4629467"/>
                </a:lnTo>
                <a:lnTo>
                  <a:pt x="606361" y="4581715"/>
                </a:lnTo>
                <a:lnTo>
                  <a:pt x="594499" y="4533887"/>
                </a:lnTo>
                <a:lnTo>
                  <a:pt x="583044" y="4485970"/>
                </a:lnTo>
                <a:lnTo>
                  <a:pt x="571982" y="4437977"/>
                </a:lnTo>
                <a:lnTo>
                  <a:pt x="561340" y="4389907"/>
                </a:lnTo>
                <a:lnTo>
                  <a:pt x="551091" y="4341787"/>
                </a:lnTo>
                <a:lnTo>
                  <a:pt x="541248" y="4293603"/>
                </a:lnTo>
                <a:lnTo>
                  <a:pt x="531787" y="4245368"/>
                </a:lnTo>
                <a:lnTo>
                  <a:pt x="522732" y="4197096"/>
                </a:lnTo>
                <a:lnTo>
                  <a:pt x="512800" y="4149966"/>
                </a:lnTo>
                <a:lnTo>
                  <a:pt x="503542" y="4102328"/>
                </a:lnTo>
                <a:lnTo>
                  <a:pt x="494931" y="4054259"/>
                </a:lnTo>
                <a:lnTo>
                  <a:pt x="486918" y="4005834"/>
                </a:lnTo>
                <a:lnTo>
                  <a:pt x="479488" y="3957129"/>
                </a:lnTo>
                <a:lnTo>
                  <a:pt x="472592" y="3908209"/>
                </a:lnTo>
                <a:lnTo>
                  <a:pt x="466191" y="3859149"/>
                </a:lnTo>
                <a:lnTo>
                  <a:pt x="460590" y="3812857"/>
                </a:lnTo>
                <a:lnTo>
                  <a:pt x="472998" y="3862451"/>
                </a:lnTo>
                <a:lnTo>
                  <a:pt x="485914" y="3913213"/>
                </a:lnTo>
                <a:lnTo>
                  <a:pt x="499008" y="3963860"/>
                </a:lnTo>
                <a:lnTo>
                  <a:pt x="512279" y="4014393"/>
                </a:lnTo>
                <a:lnTo>
                  <a:pt x="525767" y="4064825"/>
                </a:lnTo>
                <a:lnTo>
                  <a:pt x="539445" y="4115181"/>
                </a:lnTo>
                <a:lnTo>
                  <a:pt x="553339" y="4165473"/>
                </a:lnTo>
                <a:lnTo>
                  <a:pt x="567448" y="4215714"/>
                </a:lnTo>
                <a:lnTo>
                  <a:pt x="581787" y="4265942"/>
                </a:lnTo>
                <a:lnTo>
                  <a:pt x="596366" y="4316146"/>
                </a:lnTo>
                <a:lnTo>
                  <a:pt x="611187" y="4366349"/>
                </a:lnTo>
                <a:lnTo>
                  <a:pt x="626275" y="4416577"/>
                </a:lnTo>
                <a:lnTo>
                  <a:pt x="641616" y="4466844"/>
                </a:lnTo>
                <a:lnTo>
                  <a:pt x="674878" y="4567390"/>
                </a:lnTo>
                <a:lnTo>
                  <a:pt x="691730" y="4617567"/>
                </a:lnTo>
                <a:lnTo>
                  <a:pt x="708863" y="4667631"/>
                </a:lnTo>
                <a:lnTo>
                  <a:pt x="726338" y="4717567"/>
                </a:lnTo>
                <a:lnTo>
                  <a:pt x="744270" y="4767313"/>
                </a:lnTo>
                <a:lnTo>
                  <a:pt x="762723" y="4816856"/>
                </a:lnTo>
                <a:lnTo>
                  <a:pt x="781824" y="4866132"/>
                </a:lnTo>
                <a:lnTo>
                  <a:pt x="781824" y="4762512"/>
                </a:lnTo>
                <a:lnTo>
                  <a:pt x="763663" y="4711446"/>
                </a:lnTo>
                <a:lnTo>
                  <a:pt x="745807" y="4660341"/>
                </a:lnTo>
                <a:lnTo>
                  <a:pt x="728294" y="4609160"/>
                </a:lnTo>
                <a:lnTo>
                  <a:pt x="711149" y="4557839"/>
                </a:lnTo>
                <a:lnTo>
                  <a:pt x="694436" y="4506353"/>
                </a:lnTo>
                <a:lnTo>
                  <a:pt x="678192" y="4454652"/>
                </a:lnTo>
                <a:lnTo>
                  <a:pt x="662317" y="4405820"/>
                </a:lnTo>
                <a:lnTo>
                  <a:pt x="646696" y="4356849"/>
                </a:lnTo>
                <a:lnTo>
                  <a:pt x="631329" y="4307751"/>
                </a:lnTo>
                <a:lnTo>
                  <a:pt x="616216" y="4258538"/>
                </a:lnTo>
                <a:lnTo>
                  <a:pt x="601357" y="4209211"/>
                </a:lnTo>
                <a:lnTo>
                  <a:pt x="586752" y="4159796"/>
                </a:lnTo>
                <a:lnTo>
                  <a:pt x="572401" y="4110278"/>
                </a:lnTo>
                <a:lnTo>
                  <a:pt x="558304" y="4060672"/>
                </a:lnTo>
                <a:lnTo>
                  <a:pt x="544461" y="4010977"/>
                </a:lnTo>
                <a:lnTo>
                  <a:pt x="530872" y="3961231"/>
                </a:lnTo>
                <a:lnTo>
                  <a:pt x="517537" y="3911409"/>
                </a:lnTo>
                <a:lnTo>
                  <a:pt x="504456" y="3861536"/>
                </a:lnTo>
                <a:lnTo>
                  <a:pt x="491629" y="3811625"/>
                </a:lnTo>
                <a:lnTo>
                  <a:pt x="479056" y="3761663"/>
                </a:lnTo>
                <a:lnTo>
                  <a:pt x="466737" y="3711676"/>
                </a:lnTo>
                <a:lnTo>
                  <a:pt x="454672" y="3661664"/>
                </a:lnTo>
                <a:lnTo>
                  <a:pt x="442861" y="3611626"/>
                </a:lnTo>
                <a:lnTo>
                  <a:pt x="431304" y="3561588"/>
                </a:lnTo>
                <a:lnTo>
                  <a:pt x="441934" y="3661638"/>
                </a:lnTo>
                <a:lnTo>
                  <a:pt x="447433" y="3711486"/>
                </a:lnTo>
                <a:lnTo>
                  <a:pt x="453440" y="3761397"/>
                </a:lnTo>
                <a:lnTo>
                  <a:pt x="459816" y="3808298"/>
                </a:lnTo>
                <a:lnTo>
                  <a:pt x="447230" y="3757879"/>
                </a:lnTo>
                <a:lnTo>
                  <a:pt x="433768" y="3706177"/>
                </a:lnTo>
                <a:lnTo>
                  <a:pt x="420611" y="3654196"/>
                </a:lnTo>
                <a:lnTo>
                  <a:pt x="408432" y="3601212"/>
                </a:lnTo>
                <a:lnTo>
                  <a:pt x="413550" y="3651504"/>
                </a:lnTo>
                <a:lnTo>
                  <a:pt x="418973" y="3701783"/>
                </a:lnTo>
                <a:lnTo>
                  <a:pt x="424726" y="3752050"/>
                </a:lnTo>
                <a:lnTo>
                  <a:pt x="430784" y="3802278"/>
                </a:lnTo>
                <a:lnTo>
                  <a:pt x="437172" y="3852456"/>
                </a:lnTo>
                <a:lnTo>
                  <a:pt x="443865" y="3902583"/>
                </a:lnTo>
                <a:lnTo>
                  <a:pt x="450888" y="3952659"/>
                </a:lnTo>
                <a:lnTo>
                  <a:pt x="458216" y="4002646"/>
                </a:lnTo>
                <a:lnTo>
                  <a:pt x="465874" y="4052557"/>
                </a:lnTo>
                <a:lnTo>
                  <a:pt x="473837" y="4102379"/>
                </a:lnTo>
                <a:lnTo>
                  <a:pt x="482130" y="4152087"/>
                </a:lnTo>
                <a:lnTo>
                  <a:pt x="490728" y="4201668"/>
                </a:lnTo>
                <a:lnTo>
                  <a:pt x="500037" y="4250499"/>
                </a:lnTo>
                <a:lnTo>
                  <a:pt x="509676" y="4299255"/>
                </a:lnTo>
                <a:lnTo>
                  <a:pt x="519633" y="4347921"/>
                </a:lnTo>
                <a:lnTo>
                  <a:pt x="529932" y="4396511"/>
                </a:lnTo>
                <a:lnTo>
                  <a:pt x="540562" y="4445000"/>
                </a:lnTo>
                <a:lnTo>
                  <a:pt x="551548" y="4493412"/>
                </a:lnTo>
                <a:lnTo>
                  <a:pt x="562876" y="4541710"/>
                </a:lnTo>
                <a:lnTo>
                  <a:pt x="574548" y="4589907"/>
                </a:lnTo>
                <a:lnTo>
                  <a:pt x="586587" y="4638002"/>
                </a:lnTo>
                <a:lnTo>
                  <a:pt x="598995" y="4685995"/>
                </a:lnTo>
                <a:lnTo>
                  <a:pt x="611759" y="4733861"/>
                </a:lnTo>
                <a:lnTo>
                  <a:pt x="624890" y="4781601"/>
                </a:lnTo>
                <a:lnTo>
                  <a:pt x="638403" y="4829226"/>
                </a:lnTo>
                <a:lnTo>
                  <a:pt x="652297" y="4876711"/>
                </a:lnTo>
                <a:lnTo>
                  <a:pt x="666572" y="4924069"/>
                </a:lnTo>
                <a:lnTo>
                  <a:pt x="681228" y="4971288"/>
                </a:lnTo>
                <a:lnTo>
                  <a:pt x="696315" y="5017719"/>
                </a:lnTo>
                <a:lnTo>
                  <a:pt x="711835" y="5064328"/>
                </a:lnTo>
                <a:lnTo>
                  <a:pt x="727824" y="5111051"/>
                </a:lnTo>
                <a:lnTo>
                  <a:pt x="744283" y="5157787"/>
                </a:lnTo>
                <a:lnTo>
                  <a:pt x="761263" y="5204460"/>
                </a:lnTo>
                <a:lnTo>
                  <a:pt x="778751" y="5250967"/>
                </a:lnTo>
                <a:lnTo>
                  <a:pt x="796772" y="5297233"/>
                </a:lnTo>
                <a:lnTo>
                  <a:pt x="815340" y="5343144"/>
                </a:lnTo>
                <a:lnTo>
                  <a:pt x="827684" y="5367680"/>
                </a:lnTo>
                <a:lnTo>
                  <a:pt x="839724" y="5393055"/>
                </a:lnTo>
                <a:lnTo>
                  <a:pt x="864108" y="5445252"/>
                </a:lnTo>
                <a:close/>
              </a:path>
              <a:path w="1164590" h="5654040">
                <a:moveTo>
                  <a:pt x="1164348" y="5654040"/>
                </a:moveTo>
                <a:lnTo>
                  <a:pt x="1140523" y="5608129"/>
                </a:lnTo>
                <a:lnTo>
                  <a:pt x="1117320" y="5561825"/>
                </a:lnTo>
                <a:lnTo>
                  <a:pt x="1094600" y="5515089"/>
                </a:lnTo>
                <a:lnTo>
                  <a:pt x="1072222" y="5467896"/>
                </a:lnTo>
                <a:lnTo>
                  <a:pt x="1050061" y="5420220"/>
                </a:lnTo>
                <a:lnTo>
                  <a:pt x="1005852" y="5323332"/>
                </a:lnTo>
                <a:lnTo>
                  <a:pt x="984834" y="5276850"/>
                </a:lnTo>
                <a:lnTo>
                  <a:pt x="964425" y="5229885"/>
                </a:lnTo>
                <a:lnTo>
                  <a:pt x="944549" y="5182565"/>
                </a:lnTo>
                <a:lnTo>
                  <a:pt x="925118" y="5134978"/>
                </a:lnTo>
                <a:lnTo>
                  <a:pt x="906068" y="5087239"/>
                </a:lnTo>
                <a:lnTo>
                  <a:pt x="887310" y="5039423"/>
                </a:lnTo>
                <a:lnTo>
                  <a:pt x="832116" y="4896612"/>
                </a:lnTo>
                <a:lnTo>
                  <a:pt x="826160" y="4881753"/>
                </a:lnTo>
                <a:lnTo>
                  <a:pt x="813676" y="4852035"/>
                </a:lnTo>
                <a:lnTo>
                  <a:pt x="807732" y="4837176"/>
                </a:lnTo>
                <a:lnTo>
                  <a:pt x="807796" y="4864252"/>
                </a:lnTo>
                <a:lnTo>
                  <a:pt x="809650" y="4921834"/>
                </a:lnTo>
                <a:lnTo>
                  <a:pt x="851039" y="5049469"/>
                </a:lnTo>
                <a:lnTo>
                  <a:pt x="870508" y="5098212"/>
                </a:lnTo>
                <a:lnTo>
                  <a:pt x="890219" y="5146738"/>
                </a:lnTo>
                <a:lnTo>
                  <a:pt x="910272" y="5195074"/>
                </a:lnTo>
                <a:lnTo>
                  <a:pt x="930808" y="5243157"/>
                </a:lnTo>
                <a:lnTo>
                  <a:pt x="951966" y="5290998"/>
                </a:lnTo>
                <a:lnTo>
                  <a:pt x="973848" y="5338572"/>
                </a:lnTo>
                <a:lnTo>
                  <a:pt x="994359" y="5384279"/>
                </a:lnTo>
                <a:lnTo>
                  <a:pt x="1015352" y="5429910"/>
                </a:lnTo>
                <a:lnTo>
                  <a:pt x="1036739" y="5475376"/>
                </a:lnTo>
                <a:lnTo>
                  <a:pt x="1058456" y="5520601"/>
                </a:lnTo>
                <a:lnTo>
                  <a:pt x="1080414" y="5565508"/>
                </a:lnTo>
                <a:lnTo>
                  <a:pt x="1102525" y="5610022"/>
                </a:lnTo>
                <a:lnTo>
                  <a:pt x="1124724" y="5654040"/>
                </a:lnTo>
                <a:lnTo>
                  <a:pt x="1164348" y="5654040"/>
                </a:lnTo>
                <a:close/>
              </a:path>
            </a:pathLst>
          </a:custGeom>
          <a:solidFill>
            <a:srgbClr val="756E5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7447" y="6480048"/>
            <a:ext cx="111252" cy="23164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414515" y="3653040"/>
            <a:ext cx="1553210" cy="2242185"/>
          </a:xfrm>
          <a:custGeom>
            <a:avLst/>
            <a:gdLst/>
            <a:ahLst/>
            <a:cxnLst/>
            <a:rect l="l" t="t" r="r" b="b"/>
            <a:pathLst>
              <a:path w="1553210" h="2242185">
                <a:moveTo>
                  <a:pt x="68580" y="1216139"/>
                </a:moveTo>
                <a:lnTo>
                  <a:pt x="61785" y="1166609"/>
                </a:lnTo>
                <a:lnTo>
                  <a:pt x="55854" y="1116850"/>
                </a:lnTo>
                <a:lnTo>
                  <a:pt x="50596" y="1067028"/>
                </a:lnTo>
                <a:lnTo>
                  <a:pt x="45758" y="1017270"/>
                </a:lnTo>
                <a:lnTo>
                  <a:pt x="41148" y="967727"/>
                </a:lnTo>
                <a:lnTo>
                  <a:pt x="36576" y="963155"/>
                </a:lnTo>
                <a:lnTo>
                  <a:pt x="27432" y="921296"/>
                </a:lnTo>
                <a:lnTo>
                  <a:pt x="9144" y="835863"/>
                </a:lnTo>
                <a:lnTo>
                  <a:pt x="0" y="793991"/>
                </a:lnTo>
                <a:lnTo>
                  <a:pt x="0" y="825995"/>
                </a:lnTo>
                <a:lnTo>
                  <a:pt x="3911" y="871054"/>
                </a:lnTo>
                <a:lnTo>
                  <a:pt x="12941" y="963155"/>
                </a:lnTo>
                <a:lnTo>
                  <a:pt x="16764" y="1007351"/>
                </a:lnTo>
                <a:lnTo>
                  <a:pt x="29146" y="1059484"/>
                </a:lnTo>
                <a:lnTo>
                  <a:pt x="42672" y="1111173"/>
                </a:lnTo>
                <a:lnTo>
                  <a:pt x="56197" y="1163167"/>
                </a:lnTo>
                <a:lnTo>
                  <a:pt x="68580" y="1216139"/>
                </a:lnTo>
                <a:close/>
              </a:path>
              <a:path w="1553210" h="2242185">
                <a:moveTo>
                  <a:pt x="1552968" y="0"/>
                </a:moveTo>
                <a:lnTo>
                  <a:pt x="1548396" y="0"/>
                </a:lnTo>
                <a:lnTo>
                  <a:pt x="1489532" y="53911"/>
                </a:lnTo>
                <a:lnTo>
                  <a:pt x="1461160" y="80365"/>
                </a:lnTo>
                <a:lnTo>
                  <a:pt x="1434096" y="106680"/>
                </a:lnTo>
                <a:lnTo>
                  <a:pt x="1407566" y="136321"/>
                </a:lnTo>
                <a:lnTo>
                  <a:pt x="1380756" y="165544"/>
                </a:lnTo>
                <a:lnTo>
                  <a:pt x="1353934" y="193903"/>
                </a:lnTo>
                <a:lnTo>
                  <a:pt x="1327404" y="220980"/>
                </a:lnTo>
                <a:lnTo>
                  <a:pt x="1290586" y="260616"/>
                </a:lnTo>
                <a:lnTo>
                  <a:pt x="1254772" y="300329"/>
                </a:lnTo>
                <a:lnTo>
                  <a:pt x="1219974" y="340233"/>
                </a:lnTo>
                <a:lnTo>
                  <a:pt x="1186192" y="380377"/>
                </a:lnTo>
                <a:lnTo>
                  <a:pt x="1153426" y="420852"/>
                </a:lnTo>
                <a:lnTo>
                  <a:pt x="1121676" y="461772"/>
                </a:lnTo>
                <a:lnTo>
                  <a:pt x="1088466" y="503453"/>
                </a:lnTo>
                <a:lnTo>
                  <a:pt x="1055890" y="545465"/>
                </a:lnTo>
                <a:lnTo>
                  <a:pt x="1023950" y="587781"/>
                </a:lnTo>
                <a:lnTo>
                  <a:pt x="992644" y="630428"/>
                </a:lnTo>
                <a:lnTo>
                  <a:pt x="961974" y="673379"/>
                </a:lnTo>
                <a:lnTo>
                  <a:pt x="931938" y="716661"/>
                </a:lnTo>
                <a:lnTo>
                  <a:pt x="902538" y="760247"/>
                </a:lnTo>
                <a:lnTo>
                  <a:pt x="873772" y="804164"/>
                </a:lnTo>
                <a:lnTo>
                  <a:pt x="845642" y="848385"/>
                </a:lnTo>
                <a:lnTo>
                  <a:pt x="818146" y="892937"/>
                </a:lnTo>
                <a:lnTo>
                  <a:pt x="791286" y="937793"/>
                </a:lnTo>
                <a:lnTo>
                  <a:pt x="765060" y="982980"/>
                </a:lnTo>
                <a:lnTo>
                  <a:pt x="740791" y="1026020"/>
                </a:lnTo>
                <a:lnTo>
                  <a:pt x="717232" y="1069327"/>
                </a:lnTo>
                <a:lnTo>
                  <a:pt x="694397" y="1112913"/>
                </a:lnTo>
                <a:lnTo>
                  <a:pt x="672299" y="1156766"/>
                </a:lnTo>
                <a:lnTo>
                  <a:pt x="650925" y="1200886"/>
                </a:lnTo>
                <a:lnTo>
                  <a:pt x="630301" y="1245285"/>
                </a:lnTo>
                <a:lnTo>
                  <a:pt x="610438" y="1289951"/>
                </a:lnTo>
                <a:lnTo>
                  <a:pt x="591324" y="1334884"/>
                </a:lnTo>
                <a:lnTo>
                  <a:pt x="572985" y="1380083"/>
                </a:lnTo>
                <a:lnTo>
                  <a:pt x="555421" y="1425562"/>
                </a:lnTo>
                <a:lnTo>
                  <a:pt x="538657" y="1471307"/>
                </a:lnTo>
                <a:lnTo>
                  <a:pt x="522592" y="1517586"/>
                </a:lnTo>
                <a:lnTo>
                  <a:pt x="507504" y="1563624"/>
                </a:lnTo>
                <a:lnTo>
                  <a:pt x="491312" y="1612226"/>
                </a:lnTo>
                <a:lnTo>
                  <a:pt x="476262" y="1661236"/>
                </a:lnTo>
                <a:lnTo>
                  <a:pt x="462368" y="1710639"/>
                </a:lnTo>
                <a:lnTo>
                  <a:pt x="449643" y="1760385"/>
                </a:lnTo>
                <a:lnTo>
                  <a:pt x="438073" y="1810448"/>
                </a:lnTo>
                <a:lnTo>
                  <a:pt x="427685" y="1860804"/>
                </a:lnTo>
                <a:lnTo>
                  <a:pt x="418452" y="1911400"/>
                </a:lnTo>
                <a:lnTo>
                  <a:pt x="410413" y="1962226"/>
                </a:lnTo>
                <a:lnTo>
                  <a:pt x="403555" y="2013242"/>
                </a:lnTo>
                <a:lnTo>
                  <a:pt x="397891" y="2064423"/>
                </a:lnTo>
                <a:lnTo>
                  <a:pt x="393420" y="2115718"/>
                </a:lnTo>
                <a:lnTo>
                  <a:pt x="390144" y="2167128"/>
                </a:lnTo>
                <a:lnTo>
                  <a:pt x="397865" y="2185225"/>
                </a:lnTo>
                <a:lnTo>
                  <a:pt x="405003" y="2203323"/>
                </a:lnTo>
                <a:lnTo>
                  <a:pt x="411581" y="2221992"/>
                </a:lnTo>
                <a:lnTo>
                  <a:pt x="417576" y="2241804"/>
                </a:lnTo>
                <a:lnTo>
                  <a:pt x="417626" y="2226945"/>
                </a:lnTo>
                <a:lnTo>
                  <a:pt x="417741" y="2221992"/>
                </a:lnTo>
                <a:lnTo>
                  <a:pt x="417957" y="2212086"/>
                </a:lnTo>
                <a:lnTo>
                  <a:pt x="418871" y="2197227"/>
                </a:lnTo>
                <a:lnTo>
                  <a:pt x="420636" y="2182368"/>
                </a:lnTo>
                <a:lnTo>
                  <a:pt x="422490" y="2131187"/>
                </a:lnTo>
                <a:lnTo>
                  <a:pt x="425780" y="2079815"/>
                </a:lnTo>
                <a:lnTo>
                  <a:pt x="430441" y="2028291"/>
                </a:lnTo>
                <a:lnTo>
                  <a:pt x="436435" y="1976678"/>
                </a:lnTo>
                <a:lnTo>
                  <a:pt x="443725" y="1925015"/>
                </a:lnTo>
                <a:lnTo>
                  <a:pt x="452259" y="1873377"/>
                </a:lnTo>
                <a:lnTo>
                  <a:pt x="461987" y="1821789"/>
                </a:lnTo>
                <a:lnTo>
                  <a:pt x="472897" y="1770316"/>
                </a:lnTo>
                <a:lnTo>
                  <a:pt x="484924" y="1719021"/>
                </a:lnTo>
                <a:lnTo>
                  <a:pt x="498030" y="1667941"/>
                </a:lnTo>
                <a:lnTo>
                  <a:pt x="512178" y="1617141"/>
                </a:lnTo>
                <a:lnTo>
                  <a:pt x="527316" y="1566672"/>
                </a:lnTo>
                <a:lnTo>
                  <a:pt x="543877" y="1517332"/>
                </a:lnTo>
                <a:lnTo>
                  <a:pt x="561187" y="1468666"/>
                </a:lnTo>
                <a:lnTo>
                  <a:pt x="579513" y="1419936"/>
                </a:lnTo>
                <a:lnTo>
                  <a:pt x="598716" y="1371422"/>
                </a:lnTo>
                <a:lnTo>
                  <a:pt x="618782" y="1323174"/>
                </a:lnTo>
                <a:lnTo>
                  <a:pt x="639711" y="1275207"/>
                </a:lnTo>
                <a:lnTo>
                  <a:pt x="661454" y="1227543"/>
                </a:lnTo>
                <a:lnTo>
                  <a:pt x="683996" y="1180249"/>
                </a:lnTo>
                <a:lnTo>
                  <a:pt x="707339" y="1133322"/>
                </a:lnTo>
                <a:lnTo>
                  <a:pt x="731431" y="1086815"/>
                </a:lnTo>
                <a:lnTo>
                  <a:pt x="756259" y="1040752"/>
                </a:lnTo>
                <a:lnTo>
                  <a:pt x="781812" y="995172"/>
                </a:lnTo>
                <a:lnTo>
                  <a:pt x="806958" y="948931"/>
                </a:lnTo>
                <a:lnTo>
                  <a:pt x="832853" y="903198"/>
                </a:lnTo>
                <a:lnTo>
                  <a:pt x="859472" y="857961"/>
                </a:lnTo>
                <a:lnTo>
                  <a:pt x="886802" y="813193"/>
                </a:lnTo>
                <a:lnTo>
                  <a:pt x="914831" y="768883"/>
                </a:lnTo>
                <a:lnTo>
                  <a:pt x="943559" y="725043"/>
                </a:lnTo>
                <a:lnTo>
                  <a:pt x="972934" y="681634"/>
                </a:lnTo>
                <a:lnTo>
                  <a:pt x="1002969" y="638657"/>
                </a:lnTo>
                <a:lnTo>
                  <a:pt x="1033640" y="596112"/>
                </a:lnTo>
                <a:lnTo>
                  <a:pt x="1064920" y="553986"/>
                </a:lnTo>
                <a:lnTo>
                  <a:pt x="1096810" y="512254"/>
                </a:lnTo>
                <a:lnTo>
                  <a:pt x="1129296" y="470916"/>
                </a:lnTo>
                <a:lnTo>
                  <a:pt x="1161554" y="429158"/>
                </a:lnTo>
                <a:lnTo>
                  <a:pt x="1194371" y="387819"/>
                </a:lnTo>
                <a:lnTo>
                  <a:pt x="1227785" y="347091"/>
                </a:lnTo>
                <a:lnTo>
                  <a:pt x="1261821" y="307111"/>
                </a:lnTo>
                <a:lnTo>
                  <a:pt x="1296543" y="268058"/>
                </a:lnTo>
                <a:lnTo>
                  <a:pt x="1331988" y="230124"/>
                </a:lnTo>
                <a:lnTo>
                  <a:pt x="1384757" y="170688"/>
                </a:lnTo>
                <a:lnTo>
                  <a:pt x="1411490" y="140970"/>
                </a:lnTo>
                <a:lnTo>
                  <a:pt x="1438668" y="111252"/>
                </a:lnTo>
                <a:lnTo>
                  <a:pt x="1494104" y="56197"/>
                </a:lnTo>
                <a:lnTo>
                  <a:pt x="1523314" y="27876"/>
                </a:lnTo>
                <a:lnTo>
                  <a:pt x="1552968" y="0"/>
                </a:lnTo>
                <a:close/>
              </a:path>
            </a:pathLst>
          </a:custGeom>
          <a:solidFill>
            <a:srgbClr val="756E5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6968" y="6502907"/>
            <a:ext cx="99060" cy="208788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0" y="1057668"/>
            <a:ext cx="1004569" cy="5659120"/>
          </a:xfrm>
          <a:custGeom>
            <a:avLst/>
            <a:gdLst/>
            <a:ahLst/>
            <a:cxnLst/>
            <a:rect l="l" t="t" r="r" b="b"/>
            <a:pathLst>
              <a:path w="1004569" h="5659120">
                <a:moveTo>
                  <a:pt x="150876" y="0"/>
                </a:moveTo>
                <a:lnTo>
                  <a:pt x="0" y="0"/>
                </a:lnTo>
                <a:lnTo>
                  <a:pt x="0" y="5658599"/>
                </a:lnTo>
                <a:lnTo>
                  <a:pt x="150876" y="5658599"/>
                </a:lnTo>
                <a:lnTo>
                  <a:pt x="150876" y="0"/>
                </a:lnTo>
                <a:close/>
              </a:path>
              <a:path w="1004569" h="5659120">
                <a:moveTo>
                  <a:pt x="1004303" y="5654040"/>
                </a:moveTo>
                <a:lnTo>
                  <a:pt x="984161" y="5608726"/>
                </a:lnTo>
                <a:lnTo>
                  <a:pt x="965606" y="5562612"/>
                </a:lnTo>
                <a:lnTo>
                  <a:pt x="948461" y="5515991"/>
                </a:lnTo>
                <a:lnTo>
                  <a:pt x="932472" y="5469153"/>
                </a:lnTo>
                <a:lnTo>
                  <a:pt x="917435" y="5422392"/>
                </a:lnTo>
                <a:lnTo>
                  <a:pt x="906487" y="5398401"/>
                </a:lnTo>
                <a:lnTo>
                  <a:pt x="917448" y="5422379"/>
                </a:lnTo>
                <a:lnTo>
                  <a:pt x="915606" y="5416651"/>
                </a:lnTo>
                <a:lnTo>
                  <a:pt x="914209" y="5410759"/>
                </a:lnTo>
                <a:lnTo>
                  <a:pt x="912507" y="5404599"/>
                </a:lnTo>
                <a:lnTo>
                  <a:pt x="909828" y="5397995"/>
                </a:lnTo>
                <a:lnTo>
                  <a:pt x="896277" y="5349532"/>
                </a:lnTo>
                <a:lnTo>
                  <a:pt x="884072" y="5300662"/>
                </a:lnTo>
                <a:lnTo>
                  <a:pt x="873188" y="5251475"/>
                </a:lnTo>
                <a:lnTo>
                  <a:pt x="863625" y="5202021"/>
                </a:lnTo>
                <a:lnTo>
                  <a:pt x="855370" y="5152364"/>
                </a:lnTo>
                <a:lnTo>
                  <a:pt x="848410" y="5102568"/>
                </a:lnTo>
                <a:lnTo>
                  <a:pt x="842721" y="5052707"/>
                </a:lnTo>
                <a:lnTo>
                  <a:pt x="838314" y="5002822"/>
                </a:lnTo>
                <a:lnTo>
                  <a:pt x="835152" y="4952987"/>
                </a:lnTo>
                <a:lnTo>
                  <a:pt x="831913" y="4941367"/>
                </a:lnTo>
                <a:lnTo>
                  <a:pt x="823150" y="4920412"/>
                </a:lnTo>
                <a:lnTo>
                  <a:pt x="819924" y="4908855"/>
                </a:lnTo>
                <a:lnTo>
                  <a:pt x="823785" y="4919751"/>
                </a:lnTo>
                <a:lnTo>
                  <a:pt x="828103" y="4930140"/>
                </a:lnTo>
                <a:lnTo>
                  <a:pt x="832116" y="4940516"/>
                </a:lnTo>
                <a:lnTo>
                  <a:pt x="835152" y="4951476"/>
                </a:lnTo>
                <a:lnTo>
                  <a:pt x="833386" y="4921821"/>
                </a:lnTo>
                <a:lnTo>
                  <a:pt x="832485" y="4892611"/>
                </a:lnTo>
                <a:lnTo>
                  <a:pt x="832142" y="4864239"/>
                </a:lnTo>
                <a:lnTo>
                  <a:pt x="832104" y="4837176"/>
                </a:lnTo>
                <a:lnTo>
                  <a:pt x="826096" y="4817364"/>
                </a:lnTo>
                <a:lnTo>
                  <a:pt x="819531" y="4798695"/>
                </a:lnTo>
                <a:lnTo>
                  <a:pt x="812380" y="4780597"/>
                </a:lnTo>
                <a:lnTo>
                  <a:pt x="804672" y="4762500"/>
                </a:lnTo>
                <a:lnTo>
                  <a:pt x="804672" y="4864608"/>
                </a:lnTo>
                <a:lnTo>
                  <a:pt x="807262" y="4874298"/>
                </a:lnTo>
                <a:lnTo>
                  <a:pt x="810577" y="4884991"/>
                </a:lnTo>
                <a:lnTo>
                  <a:pt x="814743" y="4896536"/>
                </a:lnTo>
                <a:lnTo>
                  <a:pt x="819835" y="4908639"/>
                </a:lnTo>
                <a:lnTo>
                  <a:pt x="814743" y="4897412"/>
                </a:lnTo>
                <a:lnTo>
                  <a:pt x="810577" y="4886312"/>
                </a:lnTo>
                <a:lnTo>
                  <a:pt x="807262" y="4875796"/>
                </a:lnTo>
                <a:lnTo>
                  <a:pt x="804672" y="4866119"/>
                </a:lnTo>
                <a:lnTo>
                  <a:pt x="805141" y="4916970"/>
                </a:lnTo>
                <a:lnTo>
                  <a:pt x="806640" y="4967605"/>
                </a:lnTo>
                <a:lnTo>
                  <a:pt x="809218" y="5017998"/>
                </a:lnTo>
                <a:lnTo>
                  <a:pt x="812977" y="5068125"/>
                </a:lnTo>
                <a:lnTo>
                  <a:pt x="817994" y="5117960"/>
                </a:lnTo>
                <a:lnTo>
                  <a:pt x="824344" y="5167477"/>
                </a:lnTo>
                <a:lnTo>
                  <a:pt x="832104" y="5216639"/>
                </a:lnTo>
                <a:lnTo>
                  <a:pt x="843051" y="5244312"/>
                </a:lnTo>
                <a:lnTo>
                  <a:pt x="863815" y="5300230"/>
                </a:lnTo>
                <a:lnTo>
                  <a:pt x="874776" y="5327891"/>
                </a:lnTo>
                <a:lnTo>
                  <a:pt x="885723" y="5351018"/>
                </a:lnTo>
                <a:lnTo>
                  <a:pt x="874763" y="5327904"/>
                </a:lnTo>
                <a:lnTo>
                  <a:pt x="863142" y="5300015"/>
                </a:lnTo>
                <a:lnTo>
                  <a:pt x="852665" y="5271706"/>
                </a:lnTo>
                <a:lnTo>
                  <a:pt x="842187" y="5243677"/>
                </a:lnTo>
                <a:lnTo>
                  <a:pt x="830567" y="5216652"/>
                </a:lnTo>
                <a:lnTo>
                  <a:pt x="840270" y="5265102"/>
                </a:lnTo>
                <a:lnTo>
                  <a:pt x="850950" y="5313997"/>
                </a:lnTo>
                <a:lnTo>
                  <a:pt x="862507" y="5362587"/>
                </a:lnTo>
                <a:lnTo>
                  <a:pt x="874763" y="5410200"/>
                </a:lnTo>
                <a:lnTo>
                  <a:pt x="905446" y="5488025"/>
                </a:lnTo>
                <a:lnTo>
                  <a:pt x="924369" y="5530367"/>
                </a:lnTo>
                <a:lnTo>
                  <a:pt x="943800" y="5572201"/>
                </a:lnTo>
                <a:lnTo>
                  <a:pt x="963815" y="5613451"/>
                </a:lnTo>
                <a:lnTo>
                  <a:pt x="984491" y="5654040"/>
                </a:lnTo>
                <a:lnTo>
                  <a:pt x="1004303" y="5654040"/>
                </a:lnTo>
                <a:close/>
              </a:path>
            </a:pathLst>
          </a:custGeom>
          <a:solidFill>
            <a:srgbClr val="756E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2626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2626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2626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jp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57656"/>
            <a:ext cx="10058400" cy="56586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240536"/>
            <a:ext cx="2357628" cy="547573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2847" y="1057655"/>
            <a:ext cx="1164590" cy="5654040"/>
          </a:xfrm>
          <a:custGeom>
            <a:avLst/>
            <a:gdLst/>
            <a:ahLst/>
            <a:cxnLst/>
            <a:rect l="l" t="t" r="r" b="b"/>
            <a:pathLst>
              <a:path w="1164590" h="5654040">
                <a:moveTo>
                  <a:pt x="407708" y="3621913"/>
                </a:moveTo>
                <a:lnTo>
                  <a:pt x="404533" y="3585768"/>
                </a:lnTo>
                <a:lnTo>
                  <a:pt x="400062" y="3540074"/>
                </a:lnTo>
                <a:lnTo>
                  <a:pt x="395566" y="3493973"/>
                </a:lnTo>
                <a:lnTo>
                  <a:pt x="391680" y="3448824"/>
                </a:lnTo>
                <a:lnTo>
                  <a:pt x="391680" y="3418344"/>
                </a:lnTo>
                <a:lnTo>
                  <a:pt x="380809" y="3368700"/>
                </a:lnTo>
                <a:lnTo>
                  <a:pt x="370141" y="3319119"/>
                </a:lnTo>
                <a:lnTo>
                  <a:pt x="359676" y="3269602"/>
                </a:lnTo>
                <a:lnTo>
                  <a:pt x="349415" y="3220148"/>
                </a:lnTo>
                <a:lnTo>
                  <a:pt x="339356" y="3170720"/>
                </a:lnTo>
                <a:lnTo>
                  <a:pt x="329501" y="3121317"/>
                </a:lnTo>
                <a:lnTo>
                  <a:pt x="319849" y="3071939"/>
                </a:lnTo>
                <a:lnTo>
                  <a:pt x="310400" y="3022549"/>
                </a:lnTo>
                <a:lnTo>
                  <a:pt x="301155" y="2973171"/>
                </a:lnTo>
                <a:lnTo>
                  <a:pt x="292112" y="2923768"/>
                </a:lnTo>
                <a:lnTo>
                  <a:pt x="283273" y="2874340"/>
                </a:lnTo>
                <a:lnTo>
                  <a:pt x="274637" y="2824886"/>
                </a:lnTo>
                <a:lnTo>
                  <a:pt x="266204" y="2775369"/>
                </a:lnTo>
                <a:lnTo>
                  <a:pt x="257975" y="2725788"/>
                </a:lnTo>
                <a:lnTo>
                  <a:pt x="249948" y="2676156"/>
                </a:lnTo>
                <a:lnTo>
                  <a:pt x="241388" y="2624874"/>
                </a:lnTo>
                <a:lnTo>
                  <a:pt x="233006" y="2573629"/>
                </a:lnTo>
                <a:lnTo>
                  <a:pt x="224777" y="2522436"/>
                </a:lnTo>
                <a:lnTo>
                  <a:pt x="216725" y="2471267"/>
                </a:lnTo>
                <a:lnTo>
                  <a:pt x="208813" y="2420124"/>
                </a:lnTo>
                <a:lnTo>
                  <a:pt x="201066" y="2368981"/>
                </a:lnTo>
                <a:lnTo>
                  <a:pt x="193459" y="2317839"/>
                </a:lnTo>
                <a:lnTo>
                  <a:pt x="186004" y="2266696"/>
                </a:lnTo>
                <a:lnTo>
                  <a:pt x="178701" y="2215527"/>
                </a:lnTo>
                <a:lnTo>
                  <a:pt x="171526" y="2164321"/>
                </a:lnTo>
                <a:lnTo>
                  <a:pt x="164490" y="2113089"/>
                </a:lnTo>
                <a:lnTo>
                  <a:pt x="157594" y="2061806"/>
                </a:lnTo>
                <a:lnTo>
                  <a:pt x="150837" y="2010473"/>
                </a:lnTo>
                <a:lnTo>
                  <a:pt x="144195" y="1959063"/>
                </a:lnTo>
                <a:lnTo>
                  <a:pt x="137693" y="1907590"/>
                </a:lnTo>
                <a:lnTo>
                  <a:pt x="131305" y="1856028"/>
                </a:lnTo>
                <a:lnTo>
                  <a:pt x="125031" y="1804365"/>
                </a:lnTo>
                <a:lnTo>
                  <a:pt x="118884" y="1752612"/>
                </a:lnTo>
                <a:lnTo>
                  <a:pt x="113106" y="1701292"/>
                </a:lnTo>
                <a:lnTo>
                  <a:pt x="107480" y="1649984"/>
                </a:lnTo>
                <a:lnTo>
                  <a:pt x="101993" y="1598663"/>
                </a:lnTo>
                <a:lnTo>
                  <a:pt x="96634" y="1547329"/>
                </a:lnTo>
                <a:lnTo>
                  <a:pt x="91427" y="1495971"/>
                </a:lnTo>
                <a:lnTo>
                  <a:pt x="86372" y="1444586"/>
                </a:lnTo>
                <a:lnTo>
                  <a:pt x="81445" y="1393177"/>
                </a:lnTo>
                <a:lnTo>
                  <a:pt x="76657" y="1341742"/>
                </a:lnTo>
                <a:lnTo>
                  <a:pt x="72021" y="1290269"/>
                </a:lnTo>
                <a:lnTo>
                  <a:pt x="67513" y="1238745"/>
                </a:lnTo>
                <a:lnTo>
                  <a:pt x="63157" y="1187170"/>
                </a:lnTo>
                <a:lnTo>
                  <a:pt x="58940" y="1135557"/>
                </a:lnTo>
                <a:lnTo>
                  <a:pt x="54851" y="1083881"/>
                </a:lnTo>
                <a:lnTo>
                  <a:pt x="50914" y="1032141"/>
                </a:lnTo>
                <a:lnTo>
                  <a:pt x="47129" y="980338"/>
                </a:lnTo>
                <a:lnTo>
                  <a:pt x="43472" y="928471"/>
                </a:lnTo>
                <a:lnTo>
                  <a:pt x="39954" y="876515"/>
                </a:lnTo>
                <a:lnTo>
                  <a:pt x="36588" y="824496"/>
                </a:lnTo>
                <a:lnTo>
                  <a:pt x="33591" y="773188"/>
                </a:lnTo>
                <a:lnTo>
                  <a:pt x="30695" y="721880"/>
                </a:lnTo>
                <a:lnTo>
                  <a:pt x="27889" y="670572"/>
                </a:lnTo>
                <a:lnTo>
                  <a:pt x="25158" y="619264"/>
                </a:lnTo>
                <a:lnTo>
                  <a:pt x="22491" y="567956"/>
                </a:lnTo>
                <a:lnTo>
                  <a:pt x="19875" y="516648"/>
                </a:lnTo>
                <a:lnTo>
                  <a:pt x="14744" y="414032"/>
                </a:lnTo>
                <a:lnTo>
                  <a:pt x="12192" y="362724"/>
                </a:lnTo>
                <a:lnTo>
                  <a:pt x="10337" y="310642"/>
                </a:lnTo>
                <a:lnTo>
                  <a:pt x="8686" y="258826"/>
                </a:lnTo>
                <a:lnTo>
                  <a:pt x="7277" y="207162"/>
                </a:lnTo>
                <a:lnTo>
                  <a:pt x="6134" y="155562"/>
                </a:lnTo>
                <a:lnTo>
                  <a:pt x="5283" y="103898"/>
                </a:lnTo>
                <a:lnTo>
                  <a:pt x="4762" y="52082"/>
                </a:lnTo>
                <a:lnTo>
                  <a:pt x="4572" y="0"/>
                </a:lnTo>
                <a:lnTo>
                  <a:pt x="0" y="0"/>
                </a:lnTo>
                <a:lnTo>
                  <a:pt x="254" y="52082"/>
                </a:lnTo>
                <a:lnTo>
                  <a:pt x="914" y="103898"/>
                </a:lnTo>
                <a:lnTo>
                  <a:pt x="1803" y="155562"/>
                </a:lnTo>
                <a:lnTo>
                  <a:pt x="2781" y="207162"/>
                </a:lnTo>
                <a:lnTo>
                  <a:pt x="3670" y="258826"/>
                </a:lnTo>
                <a:lnTo>
                  <a:pt x="4330" y="310642"/>
                </a:lnTo>
                <a:lnTo>
                  <a:pt x="4572" y="362724"/>
                </a:lnTo>
                <a:lnTo>
                  <a:pt x="7023" y="414032"/>
                </a:lnTo>
                <a:lnTo>
                  <a:pt x="9309" y="465378"/>
                </a:lnTo>
                <a:lnTo>
                  <a:pt x="13728" y="568350"/>
                </a:lnTo>
                <a:lnTo>
                  <a:pt x="16027" y="620039"/>
                </a:lnTo>
                <a:lnTo>
                  <a:pt x="18465" y="671918"/>
                </a:lnTo>
                <a:lnTo>
                  <a:pt x="21132" y="724027"/>
                </a:lnTo>
                <a:lnTo>
                  <a:pt x="24091" y="776389"/>
                </a:lnTo>
                <a:lnTo>
                  <a:pt x="27444" y="829068"/>
                </a:lnTo>
                <a:lnTo>
                  <a:pt x="30289" y="880402"/>
                </a:lnTo>
                <a:lnTo>
                  <a:pt x="33261" y="931786"/>
                </a:lnTo>
                <a:lnTo>
                  <a:pt x="36360" y="983208"/>
                </a:lnTo>
                <a:lnTo>
                  <a:pt x="39598" y="1034681"/>
                </a:lnTo>
                <a:lnTo>
                  <a:pt x="42976" y="1086180"/>
                </a:lnTo>
                <a:lnTo>
                  <a:pt x="46520" y="1137704"/>
                </a:lnTo>
                <a:lnTo>
                  <a:pt x="50215" y="1189240"/>
                </a:lnTo>
                <a:lnTo>
                  <a:pt x="54076" y="1240802"/>
                </a:lnTo>
                <a:lnTo>
                  <a:pt x="58115" y="1292364"/>
                </a:lnTo>
                <a:lnTo>
                  <a:pt x="62331" y="1343914"/>
                </a:lnTo>
                <a:lnTo>
                  <a:pt x="66738" y="1395476"/>
                </a:lnTo>
                <a:lnTo>
                  <a:pt x="71348" y="1447012"/>
                </a:lnTo>
                <a:lnTo>
                  <a:pt x="76174" y="1498536"/>
                </a:lnTo>
                <a:lnTo>
                  <a:pt x="81203" y="1550035"/>
                </a:lnTo>
                <a:lnTo>
                  <a:pt x="86461" y="1601508"/>
                </a:lnTo>
                <a:lnTo>
                  <a:pt x="91948" y="1652930"/>
                </a:lnTo>
                <a:lnTo>
                  <a:pt x="97663" y="1704314"/>
                </a:lnTo>
                <a:lnTo>
                  <a:pt x="103644" y="1755660"/>
                </a:lnTo>
                <a:lnTo>
                  <a:pt x="109042" y="1806968"/>
                </a:lnTo>
                <a:lnTo>
                  <a:pt x="114592" y="1858276"/>
                </a:lnTo>
                <a:lnTo>
                  <a:pt x="120294" y="1909584"/>
                </a:lnTo>
                <a:lnTo>
                  <a:pt x="126136" y="1960892"/>
                </a:lnTo>
                <a:lnTo>
                  <a:pt x="132143" y="2012200"/>
                </a:lnTo>
                <a:lnTo>
                  <a:pt x="138290" y="2063508"/>
                </a:lnTo>
                <a:lnTo>
                  <a:pt x="144614" y="2114816"/>
                </a:lnTo>
                <a:lnTo>
                  <a:pt x="151091" y="2166124"/>
                </a:lnTo>
                <a:lnTo>
                  <a:pt x="157746" y="2217432"/>
                </a:lnTo>
                <a:lnTo>
                  <a:pt x="164553" y="2268740"/>
                </a:lnTo>
                <a:lnTo>
                  <a:pt x="171538" y="2320048"/>
                </a:lnTo>
                <a:lnTo>
                  <a:pt x="178714" y="2371356"/>
                </a:lnTo>
                <a:lnTo>
                  <a:pt x="186055" y="2422664"/>
                </a:lnTo>
                <a:lnTo>
                  <a:pt x="193573" y="2473972"/>
                </a:lnTo>
                <a:lnTo>
                  <a:pt x="201282" y="2525280"/>
                </a:lnTo>
                <a:lnTo>
                  <a:pt x="209181" y="2576588"/>
                </a:lnTo>
                <a:lnTo>
                  <a:pt x="217271" y="2627896"/>
                </a:lnTo>
                <a:lnTo>
                  <a:pt x="225552" y="2679204"/>
                </a:lnTo>
                <a:lnTo>
                  <a:pt x="233540" y="2730474"/>
                </a:lnTo>
                <a:lnTo>
                  <a:pt x="241757" y="2781706"/>
                </a:lnTo>
                <a:lnTo>
                  <a:pt x="250177" y="2832874"/>
                </a:lnTo>
                <a:lnTo>
                  <a:pt x="258826" y="2883992"/>
                </a:lnTo>
                <a:lnTo>
                  <a:pt x="267690" y="2935071"/>
                </a:lnTo>
                <a:lnTo>
                  <a:pt x="276758" y="2986087"/>
                </a:lnTo>
                <a:lnTo>
                  <a:pt x="286029" y="3037065"/>
                </a:lnTo>
                <a:lnTo>
                  <a:pt x="295503" y="3087992"/>
                </a:lnTo>
                <a:lnTo>
                  <a:pt x="305193" y="3138881"/>
                </a:lnTo>
                <a:lnTo>
                  <a:pt x="315061" y="3189719"/>
                </a:lnTo>
                <a:lnTo>
                  <a:pt x="325132" y="3240519"/>
                </a:lnTo>
                <a:lnTo>
                  <a:pt x="335394" y="3291281"/>
                </a:lnTo>
                <a:lnTo>
                  <a:pt x="345846" y="3342005"/>
                </a:lnTo>
                <a:lnTo>
                  <a:pt x="356489" y="3392690"/>
                </a:lnTo>
                <a:lnTo>
                  <a:pt x="367309" y="3443351"/>
                </a:lnTo>
                <a:lnTo>
                  <a:pt x="378294" y="3493973"/>
                </a:lnTo>
                <a:lnTo>
                  <a:pt x="389470" y="3544557"/>
                </a:lnTo>
                <a:lnTo>
                  <a:pt x="400824" y="3595128"/>
                </a:lnTo>
                <a:lnTo>
                  <a:pt x="405777" y="3613226"/>
                </a:lnTo>
                <a:lnTo>
                  <a:pt x="407708" y="3621913"/>
                </a:lnTo>
                <a:close/>
              </a:path>
              <a:path w="1164590" h="5654040">
                <a:moveTo>
                  <a:pt x="507504" y="1063752"/>
                </a:moveTo>
                <a:lnTo>
                  <a:pt x="504456" y="1063752"/>
                </a:lnTo>
                <a:lnTo>
                  <a:pt x="495515" y="1112837"/>
                </a:lnTo>
                <a:lnTo>
                  <a:pt x="486994" y="1161821"/>
                </a:lnTo>
                <a:lnTo>
                  <a:pt x="478866" y="1210729"/>
                </a:lnTo>
                <a:lnTo>
                  <a:pt x="471119" y="1259586"/>
                </a:lnTo>
                <a:lnTo>
                  <a:pt x="463715" y="1308455"/>
                </a:lnTo>
                <a:lnTo>
                  <a:pt x="456653" y="1357363"/>
                </a:lnTo>
                <a:lnTo>
                  <a:pt x="449922" y="1406347"/>
                </a:lnTo>
                <a:lnTo>
                  <a:pt x="443496" y="1455420"/>
                </a:lnTo>
                <a:lnTo>
                  <a:pt x="437908" y="1504073"/>
                </a:lnTo>
                <a:lnTo>
                  <a:pt x="432587" y="1552816"/>
                </a:lnTo>
                <a:lnTo>
                  <a:pt x="427469" y="1601635"/>
                </a:lnTo>
                <a:lnTo>
                  <a:pt x="422529" y="1650492"/>
                </a:lnTo>
                <a:lnTo>
                  <a:pt x="417741" y="1699361"/>
                </a:lnTo>
                <a:lnTo>
                  <a:pt x="413054" y="1748180"/>
                </a:lnTo>
                <a:lnTo>
                  <a:pt x="408444" y="1796923"/>
                </a:lnTo>
                <a:lnTo>
                  <a:pt x="403860" y="1845564"/>
                </a:lnTo>
                <a:lnTo>
                  <a:pt x="399389" y="1894967"/>
                </a:lnTo>
                <a:lnTo>
                  <a:pt x="395224" y="1944306"/>
                </a:lnTo>
                <a:lnTo>
                  <a:pt x="391350" y="1993607"/>
                </a:lnTo>
                <a:lnTo>
                  <a:pt x="387781" y="2042858"/>
                </a:lnTo>
                <a:lnTo>
                  <a:pt x="384492" y="2092083"/>
                </a:lnTo>
                <a:lnTo>
                  <a:pt x="381508" y="2141296"/>
                </a:lnTo>
                <a:lnTo>
                  <a:pt x="378802" y="2190496"/>
                </a:lnTo>
                <a:lnTo>
                  <a:pt x="376389" y="2239708"/>
                </a:lnTo>
                <a:lnTo>
                  <a:pt x="374256" y="2288946"/>
                </a:lnTo>
                <a:lnTo>
                  <a:pt x="372402" y="2338209"/>
                </a:lnTo>
                <a:lnTo>
                  <a:pt x="370840" y="2387511"/>
                </a:lnTo>
                <a:lnTo>
                  <a:pt x="369570" y="2436863"/>
                </a:lnTo>
                <a:lnTo>
                  <a:pt x="368566" y="2486279"/>
                </a:lnTo>
                <a:lnTo>
                  <a:pt x="367855" y="2535631"/>
                </a:lnTo>
                <a:lnTo>
                  <a:pt x="367436" y="2585301"/>
                </a:lnTo>
                <a:lnTo>
                  <a:pt x="367284" y="2634996"/>
                </a:lnTo>
                <a:lnTo>
                  <a:pt x="366826" y="2684742"/>
                </a:lnTo>
                <a:lnTo>
                  <a:pt x="366814" y="2791244"/>
                </a:lnTo>
                <a:lnTo>
                  <a:pt x="367157" y="2834589"/>
                </a:lnTo>
                <a:lnTo>
                  <a:pt x="367284" y="2843301"/>
                </a:lnTo>
                <a:lnTo>
                  <a:pt x="367855" y="2884716"/>
                </a:lnTo>
                <a:lnTo>
                  <a:pt x="368846" y="2934906"/>
                </a:lnTo>
                <a:lnTo>
                  <a:pt x="370141" y="2985147"/>
                </a:lnTo>
                <a:lnTo>
                  <a:pt x="371754" y="3035439"/>
                </a:lnTo>
                <a:lnTo>
                  <a:pt x="373659" y="3085769"/>
                </a:lnTo>
                <a:lnTo>
                  <a:pt x="375869" y="3136112"/>
                </a:lnTo>
                <a:lnTo>
                  <a:pt x="378396" y="3186480"/>
                </a:lnTo>
                <a:lnTo>
                  <a:pt x="381241" y="3236849"/>
                </a:lnTo>
                <a:lnTo>
                  <a:pt x="384390" y="3287204"/>
                </a:lnTo>
                <a:lnTo>
                  <a:pt x="387870" y="3337547"/>
                </a:lnTo>
                <a:lnTo>
                  <a:pt x="391668" y="3387852"/>
                </a:lnTo>
                <a:lnTo>
                  <a:pt x="400812" y="3429749"/>
                </a:lnTo>
                <a:lnTo>
                  <a:pt x="409956" y="3472624"/>
                </a:lnTo>
                <a:lnTo>
                  <a:pt x="419100" y="3515804"/>
                </a:lnTo>
                <a:lnTo>
                  <a:pt x="428244" y="3558540"/>
                </a:lnTo>
                <a:lnTo>
                  <a:pt x="431304" y="3561588"/>
                </a:lnTo>
                <a:lnTo>
                  <a:pt x="426135" y="3526155"/>
                </a:lnTo>
                <a:lnTo>
                  <a:pt x="421957" y="3490722"/>
                </a:lnTo>
                <a:lnTo>
                  <a:pt x="412203" y="3366909"/>
                </a:lnTo>
                <a:lnTo>
                  <a:pt x="408546" y="3314103"/>
                </a:lnTo>
                <a:lnTo>
                  <a:pt x="405117" y="3261423"/>
                </a:lnTo>
                <a:lnTo>
                  <a:pt x="401916" y="3208883"/>
                </a:lnTo>
                <a:lnTo>
                  <a:pt x="398957" y="3156432"/>
                </a:lnTo>
                <a:lnTo>
                  <a:pt x="396240" y="3104083"/>
                </a:lnTo>
                <a:lnTo>
                  <a:pt x="393763" y="3051822"/>
                </a:lnTo>
                <a:lnTo>
                  <a:pt x="391553" y="2999625"/>
                </a:lnTo>
                <a:lnTo>
                  <a:pt x="389610" y="2947479"/>
                </a:lnTo>
                <a:lnTo>
                  <a:pt x="387946" y="2895384"/>
                </a:lnTo>
                <a:lnTo>
                  <a:pt x="386562" y="2843301"/>
                </a:lnTo>
                <a:lnTo>
                  <a:pt x="385483" y="2791244"/>
                </a:lnTo>
                <a:lnTo>
                  <a:pt x="384695" y="2739186"/>
                </a:lnTo>
                <a:lnTo>
                  <a:pt x="384213" y="2687104"/>
                </a:lnTo>
                <a:lnTo>
                  <a:pt x="384213" y="2684742"/>
                </a:lnTo>
                <a:lnTo>
                  <a:pt x="384048" y="2634996"/>
                </a:lnTo>
                <a:lnTo>
                  <a:pt x="384200" y="2585301"/>
                </a:lnTo>
                <a:lnTo>
                  <a:pt x="384619" y="2535631"/>
                </a:lnTo>
                <a:lnTo>
                  <a:pt x="385318" y="2486012"/>
                </a:lnTo>
                <a:lnTo>
                  <a:pt x="386283" y="2436431"/>
                </a:lnTo>
                <a:lnTo>
                  <a:pt x="387502" y="2386888"/>
                </a:lnTo>
                <a:lnTo>
                  <a:pt x="388988" y="2337397"/>
                </a:lnTo>
                <a:lnTo>
                  <a:pt x="390715" y="2287955"/>
                </a:lnTo>
                <a:lnTo>
                  <a:pt x="392671" y="2238565"/>
                </a:lnTo>
                <a:lnTo>
                  <a:pt x="394881" y="2189238"/>
                </a:lnTo>
                <a:lnTo>
                  <a:pt x="397294" y="2139950"/>
                </a:lnTo>
                <a:lnTo>
                  <a:pt x="399935" y="2090737"/>
                </a:lnTo>
                <a:lnTo>
                  <a:pt x="402780" y="2041575"/>
                </a:lnTo>
                <a:lnTo>
                  <a:pt x="405828" y="1992477"/>
                </a:lnTo>
                <a:lnTo>
                  <a:pt x="409054" y="1943442"/>
                </a:lnTo>
                <a:lnTo>
                  <a:pt x="412470" y="1894471"/>
                </a:lnTo>
                <a:lnTo>
                  <a:pt x="416052" y="1845564"/>
                </a:lnTo>
                <a:lnTo>
                  <a:pt x="419125" y="1796923"/>
                </a:lnTo>
                <a:lnTo>
                  <a:pt x="422605" y="1748180"/>
                </a:lnTo>
                <a:lnTo>
                  <a:pt x="426478" y="1699361"/>
                </a:lnTo>
                <a:lnTo>
                  <a:pt x="430720" y="1650492"/>
                </a:lnTo>
                <a:lnTo>
                  <a:pt x="435330" y="1601635"/>
                </a:lnTo>
                <a:lnTo>
                  <a:pt x="440270" y="1552816"/>
                </a:lnTo>
                <a:lnTo>
                  <a:pt x="445541" y="1504073"/>
                </a:lnTo>
                <a:lnTo>
                  <a:pt x="451116" y="1455420"/>
                </a:lnTo>
                <a:lnTo>
                  <a:pt x="463562" y="1357363"/>
                </a:lnTo>
                <a:lnTo>
                  <a:pt x="469887" y="1308455"/>
                </a:lnTo>
                <a:lnTo>
                  <a:pt x="476453" y="1259586"/>
                </a:lnTo>
                <a:lnTo>
                  <a:pt x="483362" y="1210729"/>
                </a:lnTo>
                <a:lnTo>
                  <a:pt x="490753" y="1161821"/>
                </a:lnTo>
                <a:lnTo>
                  <a:pt x="498767" y="1112837"/>
                </a:lnTo>
                <a:lnTo>
                  <a:pt x="507504" y="1063752"/>
                </a:lnTo>
                <a:close/>
              </a:path>
              <a:path w="1164590" h="5654040">
                <a:moveTo>
                  <a:pt x="864108" y="5445252"/>
                </a:moveTo>
                <a:lnTo>
                  <a:pt x="839660" y="5362600"/>
                </a:lnTo>
                <a:lnTo>
                  <a:pt x="828103" y="5313997"/>
                </a:lnTo>
                <a:lnTo>
                  <a:pt x="817422" y="5265115"/>
                </a:lnTo>
                <a:lnTo>
                  <a:pt x="807720" y="5216652"/>
                </a:lnTo>
                <a:lnTo>
                  <a:pt x="788708" y="5166766"/>
                </a:lnTo>
                <a:lnTo>
                  <a:pt x="770051" y="5116004"/>
                </a:lnTo>
                <a:lnTo>
                  <a:pt x="751763" y="5064569"/>
                </a:lnTo>
                <a:lnTo>
                  <a:pt x="733844" y="5012715"/>
                </a:lnTo>
                <a:lnTo>
                  <a:pt x="716280" y="4960620"/>
                </a:lnTo>
                <a:lnTo>
                  <a:pt x="701065" y="4913693"/>
                </a:lnTo>
                <a:lnTo>
                  <a:pt x="686282" y="4866627"/>
                </a:lnTo>
                <a:lnTo>
                  <a:pt x="671918" y="4819421"/>
                </a:lnTo>
                <a:lnTo>
                  <a:pt x="657974" y="4772101"/>
                </a:lnTo>
                <a:lnTo>
                  <a:pt x="644448" y="4724666"/>
                </a:lnTo>
                <a:lnTo>
                  <a:pt x="631342" y="4677118"/>
                </a:lnTo>
                <a:lnTo>
                  <a:pt x="618642" y="4629467"/>
                </a:lnTo>
                <a:lnTo>
                  <a:pt x="606361" y="4581715"/>
                </a:lnTo>
                <a:lnTo>
                  <a:pt x="594499" y="4533887"/>
                </a:lnTo>
                <a:lnTo>
                  <a:pt x="583044" y="4485970"/>
                </a:lnTo>
                <a:lnTo>
                  <a:pt x="571982" y="4437977"/>
                </a:lnTo>
                <a:lnTo>
                  <a:pt x="561340" y="4389907"/>
                </a:lnTo>
                <a:lnTo>
                  <a:pt x="551091" y="4341787"/>
                </a:lnTo>
                <a:lnTo>
                  <a:pt x="541248" y="4293603"/>
                </a:lnTo>
                <a:lnTo>
                  <a:pt x="531787" y="4245368"/>
                </a:lnTo>
                <a:lnTo>
                  <a:pt x="522732" y="4197096"/>
                </a:lnTo>
                <a:lnTo>
                  <a:pt x="512800" y="4149966"/>
                </a:lnTo>
                <a:lnTo>
                  <a:pt x="503542" y="4102328"/>
                </a:lnTo>
                <a:lnTo>
                  <a:pt x="494931" y="4054259"/>
                </a:lnTo>
                <a:lnTo>
                  <a:pt x="486918" y="4005834"/>
                </a:lnTo>
                <a:lnTo>
                  <a:pt x="479488" y="3957129"/>
                </a:lnTo>
                <a:lnTo>
                  <a:pt x="472592" y="3908209"/>
                </a:lnTo>
                <a:lnTo>
                  <a:pt x="466191" y="3859149"/>
                </a:lnTo>
                <a:lnTo>
                  <a:pt x="460590" y="3812857"/>
                </a:lnTo>
                <a:lnTo>
                  <a:pt x="472998" y="3862451"/>
                </a:lnTo>
                <a:lnTo>
                  <a:pt x="485914" y="3913213"/>
                </a:lnTo>
                <a:lnTo>
                  <a:pt x="499008" y="3963860"/>
                </a:lnTo>
                <a:lnTo>
                  <a:pt x="512279" y="4014393"/>
                </a:lnTo>
                <a:lnTo>
                  <a:pt x="525767" y="4064825"/>
                </a:lnTo>
                <a:lnTo>
                  <a:pt x="539445" y="4115181"/>
                </a:lnTo>
                <a:lnTo>
                  <a:pt x="553339" y="4165473"/>
                </a:lnTo>
                <a:lnTo>
                  <a:pt x="567448" y="4215714"/>
                </a:lnTo>
                <a:lnTo>
                  <a:pt x="581787" y="4265942"/>
                </a:lnTo>
                <a:lnTo>
                  <a:pt x="596366" y="4316146"/>
                </a:lnTo>
                <a:lnTo>
                  <a:pt x="611187" y="4366349"/>
                </a:lnTo>
                <a:lnTo>
                  <a:pt x="626275" y="4416577"/>
                </a:lnTo>
                <a:lnTo>
                  <a:pt x="641616" y="4466844"/>
                </a:lnTo>
                <a:lnTo>
                  <a:pt x="674878" y="4567390"/>
                </a:lnTo>
                <a:lnTo>
                  <a:pt x="691730" y="4617567"/>
                </a:lnTo>
                <a:lnTo>
                  <a:pt x="708863" y="4667631"/>
                </a:lnTo>
                <a:lnTo>
                  <a:pt x="726338" y="4717567"/>
                </a:lnTo>
                <a:lnTo>
                  <a:pt x="744270" y="4767313"/>
                </a:lnTo>
                <a:lnTo>
                  <a:pt x="762723" y="4816856"/>
                </a:lnTo>
                <a:lnTo>
                  <a:pt x="781824" y="4866132"/>
                </a:lnTo>
                <a:lnTo>
                  <a:pt x="781824" y="4762512"/>
                </a:lnTo>
                <a:lnTo>
                  <a:pt x="763663" y="4711446"/>
                </a:lnTo>
                <a:lnTo>
                  <a:pt x="745807" y="4660341"/>
                </a:lnTo>
                <a:lnTo>
                  <a:pt x="728294" y="4609160"/>
                </a:lnTo>
                <a:lnTo>
                  <a:pt x="711149" y="4557839"/>
                </a:lnTo>
                <a:lnTo>
                  <a:pt x="694436" y="4506353"/>
                </a:lnTo>
                <a:lnTo>
                  <a:pt x="678192" y="4454652"/>
                </a:lnTo>
                <a:lnTo>
                  <a:pt x="662317" y="4405820"/>
                </a:lnTo>
                <a:lnTo>
                  <a:pt x="646696" y="4356849"/>
                </a:lnTo>
                <a:lnTo>
                  <a:pt x="631329" y="4307751"/>
                </a:lnTo>
                <a:lnTo>
                  <a:pt x="616216" y="4258538"/>
                </a:lnTo>
                <a:lnTo>
                  <a:pt x="601357" y="4209211"/>
                </a:lnTo>
                <a:lnTo>
                  <a:pt x="586752" y="4159796"/>
                </a:lnTo>
                <a:lnTo>
                  <a:pt x="572401" y="4110278"/>
                </a:lnTo>
                <a:lnTo>
                  <a:pt x="558304" y="4060672"/>
                </a:lnTo>
                <a:lnTo>
                  <a:pt x="544461" y="4010977"/>
                </a:lnTo>
                <a:lnTo>
                  <a:pt x="530872" y="3961231"/>
                </a:lnTo>
                <a:lnTo>
                  <a:pt x="517537" y="3911409"/>
                </a:lnTo>
                <a:lnTo>
                  <a:pt x="504456" y="3861536"/>
                </a:lnTo>
                <a:lnTo>
                  <a:pt x="491629" y="3811625"/>
                </a:lnTo>
                <a:lnTo>
                  <a:pt x="479056" y="3761663"/>
                </a:lnTo>
                <a:lnTo>
                  <a:pt x="466737" y="3711676"/>
                </a:lnTo>
                <a:lnTo>
                  <a:pt x="454672" y="3661664"/>
                </a:lnTo>
                <a:lnTo>
                  <a:pt x="442861" y="3611626"/>
                </a:lnTo>
                <a:lnTo>
                  <a:pt x="431304" y="3561588"/>
                </a:lnTo>
                <a:lnTo>
                  <a:pt x="441934" y="3661638"/>
                </a:lnTo>
                <a:lnTo>
                  <a:pt x="447433" y="3711486"/>
                </a:lnTo>
                <a:lnTo>
                  <a:pt x="453440" y="3761397"/>
                </a:lnTo>
                <a:lnTo>
                  <a:pt x="459816" y="3808298"/>
                </a:lnTo>
                <a:lnTo>
                  <a:pt x="447230" y="3757879"/>
                </a:lnTo>
                <a:lnTo>
                  <a:pt x="433768" y="3706177"/>
                </a:lnTo>
                <a:lnTo>
                  <a:pt x="420611" y="3654196"/>
                </a:lnTo>
                <a:lnTo>
                  <a:pt x="408432" y="3601212"/>
                </a:lnTo>
                <a:lnTo>
                  <a:pt x="413550" y="3651504"/>
                </a:lnTo>
                <a:lnTo>
                  <a:pt x="418973" y="3701783"/>
                </a:lnTo>
                <a:lnTo>
                  <a:pt x="424726" y="3752050"/>
                </a:lnTo>
                <a:lnTo>
                  <a:pt x="430784" y="3802278"/>
                </a:lnTo>
                <a:lnTo>
                  <a:pt x="437172" y="3852456"/>
                </a:lnTo>
                <a:lnTo>
                  <a:pt x="443865" y="3902583"/>
                </a:lnTo>
                <a:lnTo>
                  <a:pt x="450888" y="3952659"/>
                </a:lnTo>
                <a:lnTo>
                  <a:pt x="458216" y="4002646"/>
                </a:lnTo>
                <a:lnTo>
                  <a:pt x="465874" y="4052557"/>
                </a:lnTo>
                <a:lnTo>
                  <a:pt x="473837" y="4102379"/>
                </a:lnTo>
                <a:lnTo>
                  <a:pt x="482130" y="4152087"/>
                </a:lnTo>
                <a:lnTo>
                  <a:pt x="490728" y="4201668"/>
                </a:lnTo>
                <a:lnTo>
                  <a:pt x="500037" y="4250499"/>
                </a:lnTo>
                <a:lnTo>
                  <a:pt x="509676" y="4299255"/>
                </a:lnTo>
                <a:lnTo>
                  <a:pt x="519633" y="4347921"/>
                </a:lnTo>
                <a:lnTo>
                  <a:pt x="529932" y="4396511"/>
                </a:lnTo>
                <a:lnTo>
                  <a:pt x="540562" y="4445000"/>
                </a:lnTo>
                <a:lnTo>
                  <a:pt x="551548" y="4493412"/>
                </a:lnTo>
                <a:lnTo>
                  <a:pt x="562876" y="4541710"/>
                </a:lnTo>
                <a:lnTo>
                  <a:pt x="574548" y="4589907"/>
                </a:lnTo>
                <a:lnTo>
                  <a:pt x="586587" y="4638002"/>
                </a:lnTo>
                <a:lnTo>
                  <a:pt x="598995" y="4685995"/>
                </a:lnTo>
                <a:lnTo>
                  <a:pt x="611759" y="4733861"/>
                </a:lnTo>
                <a:lnTo>
                  <a:pt x="624890" y="4781601"/>
                </a:lnTo>
                <a:lnTo>
                  <a:pt x="638403" y="4829226"/>
                </a:lnTo>
                <a:lnTo>
                  <a:pt x="652297" y="4876711"/>
                </a:lnTo>
                <a:lnTo>
                  <a:pt x="666572" y="4924069"/>
                </a:lnTo>
                <a:lnTo>
                  <a:pt x="681228" y="4971288"/>
                </a:lnTo>
                <a:lnTo>
                  <a:pt x="696315" y="5017719"/>
                </a:lnTo>
                <a:lnTo>
                  <a:pt x="711835" y="5064328"/>
                </a:lnTo>
                <a:lnTo>
                  <a:pt x="727824" y="5111051"/>
                </a:lnTo>
                <a:lnTo>
                  <a:pt x="744283" y="5157787"/>
                </a:lnTo>
                <a:lnTo>
                  <a:pt x="761263" y="5204460"/>
                </a:lnTo>
                <a:lnTo>
                  <a:pt x="778751" y="5250967"/>
                </a:lnTo>
                <a:lnTo>
                  <a:pt x="796772" y="5297233"/>
                </a:lnTo>
                <a:lnTo>
                  <a:pt x="815340" y="5343144"/>
                </a:lnTo>
                <a:lnTo>
                  <a:pt x="827684" y="5367680"/>
                </a:lnTo>
                <a:lnTo>
                  <a:pt x="839724" y="5393055"/>
                </a:lnTo>
                <a:lnTo>
                  <a:pt x="864108" y="5445252"/>
                </a:lnTo>
                <a:close/>
              </a:path>
              <a:path w="1164590" h="5654040">
                <a:moveTo>
                  <a:pt x="1164348" y="5654040"/>
                </a:moveTo>
                <a:lnTo>
                  <a:pt x="1140523" y="5608129"/>
                </a:lnTo>
                <a:lnTo>
                  <a:pt x="1117320" y="5561825"/>
                </a:lnTo>
                <a:lnTo>
                  <a:pt x="1094600" y="5515089"/>
                </a:lnTo>
                <a:lnTo>
                  <a:pt x="1072222" y="5467896"/>
                </a:lnTo>
                <a:lnTo>
                  <a:pt x="1050061" y="5420220"/>
                </a:lnTo>
                <a:lnTo>
                  <a:pt x="1005852" y="5323332"/>
                </a:lnTo>
                <a:lnTo>
                  <a:pt x="984834" y="5276850"/>
                </a:lnTo>
                <a:lnTo>
                  <a:pt x="964425" y="5229885"/>
                </a:lnTo>
                <a:lnTo>
                  <a:pt x="944549" y="5182565"/>
                </a:lnTo>
                <a:lnTo>
                  <a:pt x="925118" y="5134978"/>
                </a:lnTo>
                <a:lnTo>
                  <a:pt x="906068" y="5087239"/>
                </a:lnTo>
                <a:lnTo>
                  <a:pt x="887310" y="5039423"/>
                </a:lnTo>
                <a:lnTo>
                  <a:pt x="832116" y="4896612"/>
                </a:lnTo>
                <a:lnTo>
                  <a:pt x="826160" y="4881753"/>
                </a:lnTo>
                <a:lnTo>
                  <a:pt x="813676" y="4852035"/>
                </a:lnTo>
                <a:lnTo>
                  <a:pt x="807732" y="4837176"/>
                </a:lnTo>
                <a:lnTo>
                  <a:pt x="807796" y="4864252"/>
                </a:lnTo>
                <a:lnTo>
                  <a:pt x="809650" y="4921834"/>
                </a:lnTo>
                <a:lnTo>
                  <a:pt x="851039" y="5049469"/>
                </a:lnTo>
                <a:lnTo>
                  <a:pt x="870508" y="5098212"/>
                </a:lnTo>
                <a:lnTo>
                  <a:pt x="890219" y="5146738"/>
                </a:lnTo>
                <a:lnTo>
                  <a:pt x="910272" y="5195074"/>
                </a:lnTo>
                <a:lnTo>
                  <a:pt x="930808" y="5243157"/>
                </a:lnTo>
                <a:lnTo>
                  <a:pt x="951966" y="5290998"/>
                </a:lnTo>
                <a:lnTo>
                  <a:pt x="973848" y="5338572"/>
                </a:lnTo>
                <a:lnTo>
                  <a:pt x="994359" y="5384279"/>
                </a:lnTo>
                <a:lnTo>
                  <a:pt x="1015352" y="5429910"/>
                </a:lnTo>
                <a:lnTo>
                  <a:pt x="1036739" y="5475376"/>
                </a:lnTo>
                <a:lnTo>
                  <a:pt x="1058456" y="5520601"/>
                </a:lnTo>
                <a:lnTo>
                  <a:pt x="1080414" y="5565508"/>
                </a:lnTo>
                <a:lnTo>
                  <a:pt x="1102525" y="5610022"/>
                </a:lnTo>
                <a:lnTo>
                  <a:pt x="1124724" y="5654040"/>
                </a:lnTo>
                <a:lnTo>
                  <a:pt x="1164348" y="5654040"/>
                </a:lnTo>
                <a:close/>
              </a:path>
            </a:pathLst>
          </a:custGeom>
          <a:solidFill>
            <a:srgbClr val="756E5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7447" y="6480048"/>
            <a:ext cx="111252" cy="23164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414515" y="3653040"/>
            <a:ext cx="1553210" cy="2242185"/>
          </a:xfrm>
          <a:custGeom>
            <a:avLst/>
            <a:gdLst/>
            <a:ahLst/>
            <a:cxnLst/>
            <a:rect l="l" t="t" r="r" b="b"/>
            <a:pathLst>
              <a:path w="1553210" h="2242185">
                <a:moveTo>
                  <a:pt x="68580" y="1216139"/>
                </a:moveTo>
                <a:lnTo>
                  <a:pt x="61785" y="1166609"/>
                </a:lnTo>
                <a:lnTo>
                  <a:pt x="55854" y="1116850"/>
                </a:lnTo>
                <a:lnTo>
                  <a:pt x="50596" y="1067028"/>
                </a:lnTo>
                <a:lnTo>
                  <a:pt x="45758" y="1017270"/>
                </a:lnTo>
                <a:lnTo>
                  <a:pt x="41148" y="967727"/>
                </a:lnTo>
                <a:lnTo>
                  <a:pt x="36576" y="963155"/>
                </a:lnTo>
                <a:lnTo>
                  <a:pt x="27432" y="921296"/>
                </a:lnTo>
                <a:lnTo>
                  <a:pt x="9144" y="835863"/>
                </a:lnTo>
                <a:lnTo>
                  <a:pt x="0" y="793991"/>
                </a:lnTo>
                <a:lnTo>
                  <a:pt x="0" y="825995"/>
                </a:lnTo>
                <a:lnTo>
                  <a:pt x="3911" y="871054"/>
                </a:lnTo>
                <a:lnTo>
                  <a:pt x="12941" y="963155"/>
                </a:lnTo>
                <a:lnTo>
                  <a:pt x="16764" y="1007351"/>
                </a:lnTo>
                <a:lnTo>
                  <a:pt x="29146" y="1059484"/>
                </a:lnTo>
                <a:lnTo>
                  <a:pt x="42672" y="1111173"/>
                </a:lnTo>
                <a:lnTo>
                  <a:pt x="56197" y="1163167"/>
                </a:lnTo>
                <a:lnTo>
                  <a:pt x="68580" y="1216139"/>
                </a:lnTo>
                <a:close/>
              </a:path>
              <a:path w="1553210" h="2242185">
                <a:moveTo>
                  <a:pt x="1552968" y="0"/>
                </a:moveTo>
                <a:lnTo>
                  <a:pt x="1548396" y="0"/>
                </a:lnTo>
                <a:lnTo>
                  <a:pt x="1489532" y="53911"/>
                </a:lnTo>
                <a:lnTo>
                  <a:pt x="1461160" y="80365"/>
                </a:lnTo>
                <a:lnTo>
                  <a:pt x="1434096" y="106680"/>
                </a:lnTo>
                <a:lnTo>
                  <a:pt x="1407566" y="136321"/>
                </a:lnTo>
                <a:lnTo>
                  <a:pt x="1380756" y="165544"/>
                </a:lnTo>
                <a:lnTo>
                  <a:pt x="1353934" y="193903"/>
                </a:lnTo>
                <a:lnTo>
                  <a:pt x="1327404" y="220980"/>
                </a:lnTo>
                <a:lnTo>
                  <a:pt x="1290586" y="260616"/>
                </a:lnTo>
                <a:lnTo>
                  <a:pt x="1254772" y="300329"/>
                </a:lnTo>
                <a:lnTo>
                  <a:pt x="1219974" y="340233"/>
                </a:lnTo>
                <a:lnTo>
                  <a:pt x="1186192" y="380377"/>
                </a:lnTo>
                <a:lnTo>
                  <a:pt x="1153426" y="420852"/>
                </a:lnTo>
                <a:lnTo>
                  <a:pt x="1121676" y="461772"/>
                </a:lnTo>
                <a:lnTo>
                  <a:pt x="1088466" y="503453"/>
                </a:lnTo>
                <a:lnTo>
                  <a:pt x="1055890" y="545465"/>
                </a:lnTo>
                <a:lnTo>
                  <a:pt x="1023950" y="587781"/>
                </a:lnTo>
                <a:lnTo>
                  <a:pt x="992644" y="630428"/>
                </a:lnTo>
                <a:lnTo>
                  <a:pt x="961974" y="673379"/>
                </a:lnTo>
                <a:lnTo>
                  <a:pt x="931938" y="716661"/>
                </a:lnTo>
                <a:lnTo>
                  <a:pt x="902538" y="760247"/>
                </a:lnTo>
                <a:lnTo>
                  <a:pt x="873772" y="804164"/>
                </a:lnTo>
                <a:lnTo>
                  <a:pt x="845642" y="848385"/>
                </a:lnTo>
                <a:lnTo>
                  <a:pt x="818146" y="892937"/>
                </a:lnTo>
                <a:lnTo>
                  <a:pt x="791286" y="937793"/>
                </a:lnTo>
                <a:lnTo>
                  <a:pt x="765060" y="982980"/>
                </a:lnTo>
                <a:lnTo>
                  <a:pt x="740791" y="1026020"/>
                </a:lnTo>
                <a:lnTo>
                  <a:pt x="717232" y="1069327"/>
                </a:lnTo>
                <a:lnTo>
                  <a:pt x="694397" y="1112913"/>
                </a:lnTo>
                <a:lnTo>
                  <a:pt x="672299" y="1156766"/>
                </a:lnTo>
                <a:lnTo>
                  <a:pt x="650925" y="1200886"/>
                </a:lnTo>
                <a:lnTo>
                  <a:pt x="630301" y="1245285"/>
                </a:lnTo>
                <a:lnTo>
                  <a:pt x="610438" y="1289951"/>
                </a:lnTo>
                <a:lnTo>
                  <a:pt x="591324" y="1334884"/>
                </a:lnTo>
                <a:lnTo>
                  <a:pt x="572985" y="1380083"/>
                </a:lnTo>
                <a:lnTo>
                  <a:pt x="555421" y="1425562"/>
                </a:lnTo>
                <a:lnTo>
                  <a:pt x="538657" y="1471307"/>
                </a:lnTo>
                <a:lnTo>
                  <a:pt x="522592" y="1517586"/>
                </a:lnTo>
                <a:lnTo>
                  <a:pt x="507504" y="1563624"/>
                </a:lnTo>
                <a:lnTo>
                  <a:pt x="491312" y="1612226"/>
                </a:lnTo>
                <a:lnTo>
                  <a:pt x="476262" y="1661236"/>
                </a:lnTo>
                <a:lnTo>
                  <a:pt x="462368" y="1710639"/>
                </a:lnTo>
                <a:lnTo>
                  <a:pt x="449643" y="1760385"/>
                </a:lnTo>
                <a:lnTo>
                  <a:pt x="438073" y="1810448"/>
                </a:lnTo>
                <a:lnTo>
                  <a:pt x="427685" y="1860804"/>
                </a:lnTo>
                <a:lnTo>
                  <a:pt x="418452" y="1911400"/>
                </a:lnTo>
                <a:lnTo>
                  <a:pt x="410413" y="1962226"/>
                </a:lnTo>
                <a:lnTo>
                  <a:pt x="403555" y="2013242"/>
                </a:lnTo>
                <a:lnTo>
                  <a:pt x="397891" y="2064423"/>
                </a:lnTo>
                <a:lnTo>
                  <a:pt x="393420" y="2115718"/>
                </a:lnTo>
                <a:lnTo>
                  <a:pt x="390144" y="2167128"/>
                </a:lnTo>
                <a:lnTo>
                  <a:pt x="397865" y="2185225"/>
                </a:lnTo>
                <a:lnTo>
                  <a:pt x="405003" y="2203323"/>
                </a:lnTo>
                <a:lnTo>
                  <a:pt x="411581" y="2221992"/>
                </a:lnTo>
                <a:lnTo>
                  <a:pt x="417576" y="2241804"/>
                </a:lnTo>
                <a:lnTo>
                  <a:pt x="417626" y="2226945"/>
                </a:lnTo>
                <a:lnTo>
                  <a:pt x="417741" y="2221992"/>
                </a:lnTo>
                <a:lnTo>
                  <a:pt x="417957" y="2212086"/>
                </a:lnTo>
                <a:lnTo>
                  <a:pt x="418871" y="2197227"/>
                </a:lnTo>
                <a:lnTo>
                  <a:pt x="420636" y="2182368"/>
                </a:lnTo>
                <a:lnTo>
                  <a:pt x="422490" y="2131187"/>
                </a:lnTo>
                <a:lnTo>
                  <a:pt x="425780" y="2079815"/>
                </a:lnTo>
                <a:lnTo>
                  <a:pt x="430441" y="2028291"/>
                </a:lnTo>
                <a:lnTo>
                  <a:pt x="436435" y="1976678"/>
                </a:lnTo>
                <a:lnTo>
                  <a:pt x="443725" y="1925015"/>
                </a:lnTo>
                <a:lnTo>
                  <a:pt x="452259" y="1873377"/>
                </a:lnTo>
                <a:lnTo>
                  <a:pt x="461987" y="1821789"/>
                </a:lnTo>
                <a:lnTo>
                  <a:pt x="472897" y="1770316"/>
                </a:lnTo>
                <a:lnTo>
                  <a:pt x="484924" y="1719021"/>
                </a:lnTo>
                <a:lnTo>
                  <a:pt x="498030" y="1667941"/>
                </a:lnTo>
                <a:lnTo>
                  <a:pt x="512178" y="1617141"/>
                </a:lnTo>
                <a:lnTo>
                  <a:pt x="527316" y="1566672"/>
                </a:lnTo>
                <a:lnTo>
                  <a:pt x="543877" y="1517332"/>
                </a:lnTo>
                <a:lnTo>
                  <a:pt x="561187" y="1468666"/>
                </a:lnTo>
                <a:lnTo>
                  <a:pt x="579513" y="1419936"/>
                </a:lnTo>
                <a:lnTo>
                  <a:pt x="598716" y="1371422"/>
                </a:lnTo>
                <a:lnTo>
                  <a:pt x="618782" y="1323174"/>
                </a:lnTo>
                <a:lnTo>
                  <a:pt x="639711" y="1275207"/>
                </a:lnTo>
                <a:lnTo>
                  <a:pt x="661454" y="1227543"/>
                </a:lnTo>
                <a:lnTo>
                  <a:pt x="683996" y="1180249"/>
                </a:lnTo>
                <a:lnTo>
                  <a:pt x="707339" y="1133322"/>
                </a:lnTo>
                <a:lnTo>
                  <a:pt x="731431" y="1086815"/>
                </a:lnTo>
                <a:lnTo>
                  <a:pt x="756259" y="1040752"/>
                </a:lnTo>
                <a:lnTo>
                  <a:pt x="781812" y="995172"/>
                </a:lnTo>
                <a:lnTo>
                  <a:pt x="806958" y="948931"/>
                </a:lnTo>
                <a:lnTo>
                  <a:pt x="832853" y="903198"/>
                </a:lnTo>
                <a:lnTo>
                  <a:pt x="859472" y="857961"/>
                </a:lnTo>
                <a:lnTo>
                  <a:pt x="886802" y="813193"/>
                </a:lnTo>
                <a:lnTo>
                  <a:pt x="914831" y="768883"/>
                </a:lnTo>
                <a:lnTo>
                  <a:pt x="943559" y="725043"/>
                </a:lnTo>
                <a:lnTo>
                  <a:pt x="972934" y="681634"/>
                </a:lnTo>
                <a:lnTo>
                  <a:pt x="1002969" y="638657"/>
                </a:lnTo>
                <a:lnTo>
                  <a:pt x="1033640" y="596112"/>
                </a:lnTo>
                <a:lnTo>
                  <a:pt x="1064920" y="553986"/>
                </a:lnTo>
                <a:lnTo>
                  <a:pt x="1096810" y="512254"/>
                </a:lnTo>
                <a:lnTo>
                  <a:pt x="1129296" y="470916"/>
                </a:lnTo>
                <a:lnTo>
                  <a:pt x="1161554" y="429158"/>
                </a:lnTo>
                <a:lnTo>
                  <a:pt x="1194371" y="387819"/>
                </a:lnTo>
                <a:lnTo>
                  <a:pt x="1227785" y="347091"/>
                </a:lnTo>
                <a:lnTo>
                  <a:pt x="1261821" y="307111"/>
                </a:lnTo>
                <a:lnTo>
                  <a:pt x="1296543" y="268058"/>
                </a:lnTo>
                <a:lnTo>
                  <a:pt x="1331988" y="230124"/>
                </a:lnTo>
                <a:lnTo>
                  <a:pt x="1384757" y="170688"/>
                </a:lnTo>
                <a:lnTo>
                  <a:pt x="1411490" y="140970"/>
                </a:lnTo>
                <a:lnTo>
                  <a:pt x="1438668" y="111252"/>
                </a:lnTo>
                <a:lnTo>
                  <a:pt x="1494104" y="56197"/>
                </a:lnTo>
                <a:lnTo>
                  <a:pt x="1523314" y="27876"/>
                </a:lnTo>
                <a:lnTo>
                  <a:pt x="1552968" y="0"/>
                </a:lnTo>
                <a:close/>
              </a:path>
            </a:pathLst>
          </a:custGeom>
          <a:solidFill>
            <a:srgbClr val="756E5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6968" y="6502907"/>
            <a:ext cx="99060" cy="208788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0" y="1057668"/>
            <a:ext cx="1004569" cy="5659120"/>
          </a:xfrm>
          <a:custGeom>
            <a:avLst/>
            <a:gdLst/>
            <a:ahLst/>
            <a:cxnLst/>
            <a:rect l="l" t="t" r="r" b="b"/>
            <a:pathLst>
              <a:path w="1004569" h="5659120">
                <a:moveTo>
                  <a:pt x="150876" y="0"/>
                </a:moveTo>
                <a:lnTo>
                  <a:pt x="0" y="0"/>
                </a:lnTo>
                <a:lnTo>
                  <a:pt x="0" y="5658599"/>
                </a:lnTo>
                <a:lnTo>
                  <a:pt x="150876" y="5658599"/>
                </a:lnTo>
                <a:lnTo>
                  <a:pt x="150876" y="0"/>
                </a:lnTo>
                <a:close/>
              </a:path>
              <a:path w="1004569" h="5659120">
                <a:moveTo>
                  <a:pt x="1004303" y="5654040"/>
                </a:moveTo>
                <a:lnTo>
                  <a:pt x="984161" y="5608726"/>
                </a:lnTo>
                <a:lnTo>
                  <a:pt x="965606" y="5562612"/>
                </a:lnTo>
                <a:lnTo>
                  <a:pt x="948461" y="5515991"/>
                </a:lnTo>
                <a:lnTo>
                  <a:pt x="932472" y="5469153"/>
                </a:lnTo>
                <a:lnTo>
                  <a:pt x="917435" y="5422392"/>
                </a:lnTo>
                <a:lnTo>
                  <a:pt x="906487" y="5398401"/>
                </a:lnTo>
                <a:lnTo>
                  <a:pt x="917448" y="5422379"/>
                </a:lnTo>
                <a:lnTo>
                  <a:pt x="915606" y="5416651"/>
                </a:lnTo>
                <a:lnTo>
                  <a:pt x="914209" y="5410759"/>
                </a:lnTo>
                <a:lnTo>
                  <a:pt x="912507" y="5404599"/>
                </a:lnTo>
                <a:lnTo>
                  <a:pt x="909828" y="5397995"/>
                </a:lnTo>
                <a:lnTo>
                  <a:pt x="896277" y="5349532"/>
                </a:lnTo>
                <a:lnTo>
                  <a:pt x="884072" y="5300662"/>
                </a:lnTo>
                <a:lnTo>
                  <a:pt x="873188" y="5251475"/>
                </a:lnTo>
                <a:lnTo>
                  <a:pt x="863625" y="5202021"/>
                </a:lnTo>
                <a:lnTo>
                  <a:pt x="855370" y="5152364"/>
                </a:lnTo>
                <a:lnTo>
                  <a:pt x="848410" y="5102568"/>
                </a:lnTo>
                <a:lnTo>
                  <a:pt x="842721" y="5052707"/>
                </a:lnTo>
                <a:lnTo>
                  <a:pt x="838314" y="5002822"/>
                </a:lnTo>
                <a:lnTo>
                  <a:pt x="835152" y="4952987"/>
                </a:lnTo>
                <a:lnTo>
                  <a:pt x="831913" y="4941367"/>
                </a:lnTo>
                <a:lnTo>
                  <a:pt x="823150" y="4920412"/>
                </a:lnTo>
                <a:lnTo>
                  <a:pt x="819924" y="4908855"/>
                </a:lnTo>
                <a:lnTo>
                  <a:pt x="823785" y="4919751"/>
                </a:lnTo>
                <a:lnTo>
                  <a:pt x="828103" y="4930140"/>
                </a:lnTo>
                <a:lnTo>
                  <a:pt x="832116" y="4940516"/>
                </a:lnTo>
                <a:lnTo>
                  <a:pt x="835152" y="4951476"/>
                </a:lnTo>
                <a:lnTo>
                  <a:pt x="833386" y="4921821"/>
                </a:lnTo>
                <a:lnTo>
                  <a:pt x="832485" y="4892611"/>
                </a:lnTo>
                <a:lnTo>
                  <a:pt x="832142" y="4864239"/>
                </a:lnTo>
                <a:lnTo>
                  <a:pt x="832104" y="4837176"/>
                </a:lnTo>
                <a:lnTo>
                  <a:pt x="826096" y="4817364"/>
                </a:lnTo>
                <a:lnTo>
                  <a:pt x="819531" y="4798695"/>
                </a:lnTo>
                <a:lnTo>
                  <a:pt x="812380" y="4780597"/>
                </a:lnTo>
                <a:lnTo>
                  <a:pt x="804672" y="4762500"/>
                </a:lnTo>
                <a:lnTo>
                  <a:pt x="804672" y="4864608"/>
                </a:lnTo>
                <a:lnTo>
                  <a:pt x="807262" y="4874298"/>
                </a:lnTo>
                <a:lnTo>
                  <a:pt x="810577" y="4884991"/>
                </a:lnTo>
                <a:lnTo>
                  <a:pt x="814743" y="4896536"/>
                </a:lnTo>
                <a:lnTo>
                  <a:pt x="819835" y="4908639"/>
                </a:lnTo>
                <a:lnTo>
                  <a:pt x="814743" y="4897412"/>
                </a:lnTo>
                <a:lnTo>
                  <a:pt x="810577" y="4886312"/>
                </a:lnTo>
                <a:lnTo>
                  <a:pt x="807262" y="4875796"/>
                </a:lnTo>
                <a:lnTo>
                  <a:pt x="804672" y="4866119"/>
                </a:lnTo>
                <a:lnTo>
                  <a:pt x="805141" y="4916970"/>
                </a:lnTo>
                <a:lnTo>
                  <a:pt x="806640" y="4967605"/>
                </a:lnTo>
                <a:lnTo>
                  <a:pt x="809218" y="5017998"/>
                </a:lnTo>
                <a:lnTo>
                  <a:pt x="812977" y="5068125"/>
                </a:lnTo>
                <a:lnTo>
                  <a:pt x="817994" y="5117960"/>
                </a:lnTo>
                <a:lnTo>
                  <a:pt x="824344" y="5167477"/>
                </a:lnTo>
                <a:lnTo>
                  <a:pt x="832104" y="5216639"/>
                </a:lnTo>
                <a:lnTo>
                  <a:pt x="843051" y="5244312"/>
                </a:lnTo>
                <a:lnTo>
                  <a:pt x="863815" y="5300230"/>
                </a:lnTo>
                <a:lnTo>
                  <a:pt x="874776" y="5327891"/>
                </a:lnTo>
                <a:lnTo>
                  <a:pt x="885723" y="5351018"/>
                </a:lnTo>
                <a:lnTo>
                  <a:pt x="874763" y="5327904"/>
                </a:lnTo>
                <a:lnTo>
                  <a:pt x="863142" y="5300015"/>
                </a:lnTo>
                <a:lnTo>
                  <a:pt x="852665" y="5271706"/>
                </a:lnTo>
                <a:lnTo>
                  <a:pt x="842187" y="5243677"/>
                </a:lnTo>
                <a:lnTo>
                  <a:pt x="830567" y="5216652"/>
                </a:lnTo>
                <a:lnTo>
                  <a:pt x="840270" y="5265102"/>
                </a:lnTo>
                <a:lnTo>
                  <a:pt x="850950" y="5313997"/>
                </a:lnTo>
                <a:lnTo>
                  <a:pt x="862507" y="5362587"/>
                </a:lnTo>
                <a:lnTo>
                  <a:pt x="874763" y="5410200"/>
                </a:lnTo>
                <a:lnTo>
                  <a:pt x="905446" y="5488025"/>
                </a:lnTo>
                <a:lnTo>
                  <a:pt x="924369" y="5530367"/>
                </a:lnTo>
                <a:lnTo>
                  <a:pt x="943800" y="5572201"/>
                </a:lnTo>
                <a:lnTo>
                  <a:pt x="963815" y="5613451"/>
                </a:lnTo>
                <a:lnTo>
                  <a:pt x="984491" y="5654040"/>
                </a:lnTo>
                <a:lnTo>
                  <a:pt x="1004303" y="5654040"/>
                </a:lnTo>
                <a:close/>
              </a:path>
            </a:pathLst>
          </a:custGeom>
          <a:solidFill>
            <a:srgbClr val="756E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1647444"/>
            <a:ext cx="1313815" cy="419100"/>
          </a:xfrm>
          <a:custGeom>
            <a:avLst/>
            <a:gdLst/>
            <a:ahLst/>
            <a:cxnLst/>
            <a:rect l="l" t="t" r="r" b="b"/>
            <a:pathLst>
              <a:path w="1313815" h="419100">
                <a:moveTo>
                  <a:pt x="1110996" y="419100"/>
                </a:moveTo>
                <a:lnTo>
                  <a:pt x="1028700" y="419100"/>
                </a:lnTo>
                <a:lnTo>
                  <a:pt x="0" y="416061"/>
                </a:lnTo>
                <a:lnTo>
                  <a:pt x="0" y="138684"/>
                </a:lnTo>
                <a:lnTo>
                  <a:pt x="1524" y="0"/>
                </a:lnTo>
                <a:lnTo>
                  <a:pt x="1028700" y="1524"/>
                </a:lnTo>
                <a:lnTo>
                  <a:pt x="1106424" y="1524"/>
                </a:lnTo>
                <a:lnTo>
                  <a:pt x="1110996" y="6096"/>
                </a:lnTo>
                <a:lnTo>
                  <a:pt x="1114044" y="6096"/>
                </a:lnTo>
                <a:lnTo>
                  <a:pt x="1114044" y="9144"/>
                </a:lnTo>
                <a:lnTo>
                  <a:pt x="1118616" y="9144"/>
                </a:lnTo>
                <a:lnTo>
                  <a:pt x="1307592" y="198120"/>
                </a:lnTo>
                <a:lnTo>
                  <a:pt x="1311878" y="204073"/>
                </a:lnTo>
                <a:lnTo>
                  <a:pt x="1313307" y="210312"/>
                </a:lnTo>
                <a:lnTo>
                  <a:pt x="1311878" y="216550"/>
                </a:lnTo>
                <a:lnTo>
                  <a:pt x="1307592" y="222504"/>
                </a:lnTo>
                <a:lnTo>
                  <a:pt x="1117092" y="413004"/>
                </a:lnTo>
                <a:lnTo>
                  <a:pt x="1115568" y="413004"/>
                </a:lnTo>
                <a:lnTo>
                  <a:pt x="1114044" y="414528"/>
                </a:lnTo>
                <a:lnTo>
                  <a:pt x="1110996" y="419100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03158" y="1588985"/>
            <a:ext cx="6006519" cy="47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26262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55186" y="3178511"/>
            <a:ext cx="5148027" cy="2557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Relationship Id="rId3" Type="http://schemas.openxmlformats.org/officeDocument/2006/relationships/image" Target="../media/image19.png"/><Relationship Id="rId4" Type="http://schemas.openxmlformats.org/officeDocument/2006/relationships/image" Target="../media/image37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3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4625340"/>
            <a:ext cx="1438275" cy="643255"/>
          </a:xfrm>
          <a:custGeom>
            <a:avLst/>
            <a:gdLst/>
            <a:ahLst/>
            <a:cxnLst/>
            <a:rect l="l" t="t" r="r" b="b"/>
            <a:pathLst>
              <a:path w="1438275" h="643254">
                <a:moveTo>
                  <a:pt x="1123188" y="643127"/>
                </a:moveTo>
                <a:lnTo>
                  <a:pt x="0" y="643127"/>
                </a:lnTo>
                <a:lnTo>
                  <a:pt x="0" y="0"/>
                </a:lnTo>
                <a:lnTo>
                  <a:pt x="1123188" y="0"/>
                </a:lnTo>
                <a:lnTo>
                  <a:pt x="1130808" y="4571"/>
                </a:lnTo>
                <a:lnTo>
                  <a:pt x="1133856" y="7619"/>
                </a:lnTo>
                <a:lnTo>
                  <a:pt x="1138428" y="7619"/>
                </a:lnTo>
                <a:lnTo>
                  <a:pt x="1138428" y="12191"/>
                </a:lnTo>
                <a:lnTo>
                  <a:pt x="1432560" y="301751"/>
                </a:lnTo>
                <a:lnTo>
                  <a:pt x="1436846" y="311300"/>
                </a:lnTo>
                <a:lnTo>
                  <a:pt x="1438275" y="320992"/>
                </a:lnTo>
                <a:lnTo>
                  <a:pt x="1436846" y="329826"/>
                </a:lnTo>
                <a:lnTo>
                  <a:pt x="1432560" y="336803"/>
                </a:lnTo>
                <a:lnTo>
                  <a:pt x="1138428" y="630935"/>
                </a:lnTo>
                <a:lnTo>
                  <a:pt x="1133856" y="630935"/>
                </a:lnTo>
                <a:lnTo>
                  <a:pt x="1133856" y="635507"/>
                </a:lnTo>
                <a:lnTo>
                  <a:pt x="1130808" y="638555"/>
                </a:lnTo>
                <a:lnTo>
                  <a:pt x="1123188" y="643127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73348" y="3356948"/>
            <a:ext cx="4692650" cy="66548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495"/>
              </a:lnSpc>
              <a:spcBef>
                <a:spcPts val="125"/>
              </a:spcBef>
            </a:pPr>
            <a:r>
              <a:rPr dirty="0" spc="80"/>
              <a:t>Smart</a:t>
            </a:r>
            <a:r>
              <a:rPr dirty="0" spc="-80"/>
              <a:t> </a:t>
            </a:r>
            <a:r>
              <a:rPr dirty="0" spc="254"/>
              <a:t>Chain</a:t>
            </a:r>
            <a:r>
              <a:rPr dirty="0" spc="-80"/>
              <a:t> </a:t>
            </a:r>
            <a:r>
              <a:rPr dirty="0" spc="204"/>
              <a:t>Auto</a:t>
            </a:r>
            <a:r>
              <a:rPr dirty="0" spc="-60"/>
              <a:t> </a:t>
            </a:r>
            <a:r>
              <a:rPr dirty="0" spc="65"/>
              <a:t>Rentals</a:t>
            </a:r>
          </a:p>
          <a:p>
            <a:pPr marL="12700">
              <a:lnSpc>
                <a:spcPts val="1515"/>
              </a:lnSpc>
            </a:pPr>
            <a:r>
              <a:rPr dirty="0" sz="1300" spc="210"/>
              <a:t>A</a:t>
            </a:r>
            <a:r>
              <a:rPr dirty="0" sz="1300" spc="45"/>
              <a:t> </a:t>
            </a:r>
            <a:r>
              <a:rPr dirty="0" sz="1300" spc="65"/>
              <a:t>Blockchain-</a:t>
            </a:r>
            <a:r>
              <a:rPr dirty="0" sz="1300" spc="95"/>
              <a:t>Powered</a:t>
            </a:r>
            <a:r>
              <a:rPr dirty="0" sz="1300" spc="20"/>
              <a:t> </a:t>
            </a:r>
            <a:r>
              <a:rPr dirty="0" sz="1300" spc="60"/>
              <a:t>Decentralized</a:t>
            </a:r>
            <a:r>
              <a:rPr dirty="0" sz="1300" spc="-5"/>
              <a:t> </a:t>
            </a:r>
            <a:r>
              <a:rPr dirty="0" sz="1300" spc="130"/>
              <a:t>Car</a:t>
            </a:r>
            <a:r>
              <a:rPr dirty="0" sz="1300" spc="45"/>
              <a:t> </a:t>
            </a:r>
            <a:r>
              <a:rPr dirty="0" sz="1300"/>
              <a:t>Rental</a:t>
            </a:r>
            <a:r>
              <a:rPr dirty="0" sz="1300" spc="30"/>
              <a:t> </a:t>
            </a:r>
            <a:r>
              <a:rPr dirty="0" sz="1300" spc="-10"/>
              <a:t>Platform</a:t>
            </a:r>
            <a:endParaRPr sz="1300"/>
          </a:p>
        </p:txBody>
      </p:sp>
      <p:sp>
        <p:nvSpPr>
          <p:cNvPr id="4" name="object 4" descr=""/>
          <p:cNvSpPr txBox="1"/>
          <p:nvPr/>
        </p:nvSpPr>
        <p:spPr>
          <a:xfrm>
            <a:off x="1852676" y="4436220"/>
            <a:ext cx="2907665" cy="160274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150" spc="-20" b="1">
                <a:solidFill>
                  <a:srgbClr val="595959"/>
                </a:solidFill>
                <a:latin typeface="Tahoma"/>
                <a:cs typeface="Tahoma"/>
              </a:rPr>
              <a:t>Team</a:t>
            </a:r>
            <a:endParaRPr sz="1150">
              <a:latin typeface="Tahoma"/>
              <a:cs typeface="Tahoma"/>
            </a:endParaRPr>
          </a:p>
          <a:p>
            <a:pPr marL="201930" indent="-189230">
              <a:lnSpc>
                <a:spcPct val="100000"/>
              </a:lnSpc>
              <a:spcBef>
                <a:spcPts val="685"/>
              </a:spcBef>
              <a:buClr>
                <a:srgbClr val="A52F0F"/>
              </a:buClr>
              <a:buAutoNum type="arabicPeriod"/>
              <a:tabLst>
                <a:tab pos="201930" algn="l"/>
              </a:tabLst>
            </a:pPr>
            <a:r>
              <a:rPr dirty="0" sz="1150" spc="75">
                <a:solidFill>
                  <a:srgbClr val="595959"/>
                </a:solidFill>
                <a:latin typeface="Trebuchet MS"/>
                <a:cs typeface="Trebuchet MS"/>
              </a:rPr>
              <a:t>AJAYMISHRA</a:t>
            </a:r>
            <a:r>
              <a:rPr dirty="0" sz="1150" spc="15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595959"/>
                </a:solidFill>
                <a:latin typeface="Trebuchet MS"/>
                <a:cs typeface="Trebuchet MS"/>
              </a:rPr>
              <a:t>SADDI(Y00874600)</a:t>
            </a:r>
            <a:endParaRPr sz="1150">
              <a:latin typeface="Trebuchet MS"/>
              <a:cs typeface="Trebuchet MS"/>
            </a:endParaRPr>
          </a:p>
          <a:p>
            <a:pPr marL="201930" indent="-189230">
              <a:lnSpc>
                <a:spcPct val="100000"/>
              </a:lnSpc>
              <a:spcBef>
                <a:spcPts val="695"/>
              </a:spcBef>
              <a:buClr>
                <a:srgbClr val="A52F0F"/>
              </a:buClr>
              <a:buAutoNum type="arabicPeriod"/>
              <a:tabLst>
                <a:tab pos="201930" algn="l"/>
              </a:tabLst>
            </a:pPr>
            <a:r>
              <a:rPr dirty="0" sz="1150">
                <a:solidFill>
                  <a:srgbClr val="595959"/>
                </a:solidFill>
                <a:latin typeface="Trebuchet MS"/>
                <a:cs typeface="Trebuchet MS"/>
              </a:rPr>
              <a:t>SRILEKHA</a:t>
            </a:r>
            <a:r>
              <a:rPr dirty="0" sz="1150" spc="18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595959"/>
                </a:solidFill>
                <a:latin typeface="Trebuchet MS"/>
                <a:cs typeface="Trebuchet MS"/>
              </a:rPr>
              <a:t>KASHIREDDY(Y00868203)</a:t>
            </a:r>
            <a:endParaRPr sz="1150">
              <a:latin typeface="Trebuchet MS"/>
              <a:cs typeface="Trebuchet MS"/>
            </a:endParaRPr>
          </a:p>
          <a:p>
            <a:pPr marL="201930" indent="-189230">
              <a:lnSpc>
                <a:spcPct val="100000"/>
              </a:lnSpc>
              <a:spcBef>
                <a:spcPts val="700"/>
              </a:spcBef>
              <a:buClr>
                <a:srgbClr val="A52F0F"/>
              </a:buClr>
              <a:buAutoNum type="arabicPeriod"/>
              <a:tabLst>
                <a:tab pos="201930" algn="l"/>
              </a:tabLst>
            </a:pPr>
            <a:r>
              <a:rPr dirty="0" sz="1150" spc="75">
                <a:solidFill>
                  <a:srgbClr val="595959"/>
                </a:solidFill>
                <a:latin typeface="Trebuchet MS"/>
                <a:cs typeface="Trebuchet MS"/>
              </a:rPr>
              <a:t>MAHESH</a:t>
            </a:r>
            <a:r>
              <a:rPr dirty="0" sz="1150" spc="25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150" spc="95">
                <a:solidFill>
                  <a:srgbClr val="595959"/>
                </a:solidFill>
                <a:latin typeface="Trebuchet MS"/>
                <a:cs typeface="Trebuchet MS"/>
              </a:rPr>
              <a:t>VAMSI</a:t>
            </a:r>
            <a:r>
              <a:rPr dirty="0" sz="1150" spc="1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150" spc="95">
                <a:solidFill>
                  <a:srgbClr val="595959"/>
                </a:solidFill>
                <a:latin typeface="Trebuchet MS"/>
                <a:cs typeface="Trebuchet MS"/>
              </a:rPr>
              <a:t>KODE</a:t>
            </a:r>
            <a:r>
              <a:rPr dirty="0" sz="1150" spc="-25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595959"/>
                </a:solidFill>
                <a:latin typeface="Trebuchet MS"/>
                <a:cs typeface="Trebuchet MS"/>
              </a:rPr>
              <a:t>(Y008873778</a:t>
            </a:r>
            <a:endParaRPr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150" spc="-75" b="1">
                <a:solidFill>
                  <a:srgbClr val="595959"/>
                </a:solidFill>
                <a:latin typeface="Tahoma"/>
                <a:cs typeface="Tahoma"/>
              </a:rPr>
              <a:t>FACULTY</a:t>
            </a:r>
            <a:r>
              <a:rPr dirty="0" sz="1150" spc="-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50" spc="-40" b="1">
                <a:solidFill>
                  <a:srgbClr val="595959"/>
                </a:solidFill>
                <a:latin typeface="Tahoma"/>
                <a:cs typeface="Tahoma"/>
              </a:rPr>
              <a:t>ADVISOR</a:t>
            </a:r>
            <a:r>
              <a:rPr dirty="0" sz="1150" spc="2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50" spc="-105" b="1">
                <a:solidFill>
                  <a:srgbClr val="595959"/>
                </a:solidFill>
                <a:latin typeface="Tahoma"/>
                <a:cs typeface="Tahoma"/>
              </a:rPr>
              <a:t>DR.</a:t>
            </a:r>
            <a:r>
              <a:rPr dirty="0" sz="1150" spc="-1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50" spc="-30" b="1">
                <a:solidFill>
                  <a:srgbClr val="595959"/>
                </a:solidFill>
                <a:latin typeface="Tahoma"/>
                <a:cs typeface="Tahoma"/>
              </a:rPr>
              <a:t>FENG</a:t>
            </a:r>
            <a:r>
              <a:rPr dirty="0" sz="1150" spc="-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50" spc="-20" b="1">
                <a:solidFill>
                  <a:srgbClr val="595959"/>
                </a:solidFill>
                <a:latin typeface="Tahoma"/>
                <a:cs typeface="Tahoma"/>
              </a:rPr>
              <a:t>GEORGE</a:t>
            </a:r>
            <a:r>
              <a:rPr dirty="0" sz="1150" spc="-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50" spc="-25" b="1">
                <a:solidFill>
                  <a:srgbClr val="595959"/>
                </a:solidFill>
                <a:latin typeface="Tahoma"/>
                <a:cs typeface="Tahoma"/>
              </a:rPr>
              <a:t>YU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4827" y="1117091"/>
            <a:ext cx="2663951" cy="20360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647444"/>
            <a:ext cx="1313815" cy="419100"/>
          </a:xfrm>
          <a:custGeom>
            <a:avLst/>
            <a:gdLst/>
            <a:ahLst/>
            <a:cxnLst/>
            <a:rect l="l" t="t" r="r" b="b"/>
            <a:pathLst>
              <a:path w="1313815" h="419100">
                <a:moveTo>
                  <a:pt x="1110996" y="419100"/>
                </a:moveTo>
                <a:lnTo>
                  <a:pt x="1028700" y="419100"/>
                </a:lnTo>
                <a:lnTo>
                  <a:pt x="0" y="416061"/>
                </a:lnTo>
                <a:lnTo>
                  <a:pt x="0" y="138684"/>
                </a:lnTo>
                <a:lnTo>
                  <a:pt x="1524" y="0"/>
                </a:lnTo>
                <a:lnTo>
                  <a:pt x="1028700" y="1524"/>
                </a:lnTo>
                <a:lnTo>
                  <a:pt x="1106424" y="1524"/>
                </a:lnTo>
                <a:lnTo>
                  <a:pt x="1110996" y="6096"/>
                </a:lnTo>
                <a:lnTo>
                  <a:pt x="1114044" y="6096"/>
                </a:lnTo>
                <a:lnTo>
                  <a:pt x="1114044" y="9144"/>
                </a:lnTo>
                <a:lnTo>
                  <a:pt x="1118616" y="9144"/>
                </a:lnTo>
                <a:lnTo>
                  <a:pt x="1307592" y="198120"/>
                </a:lnTo>
                <a:lnTo>
                  <a:pt x="1311878" y="204073"/>
                </a:lnTo>
                <a:lnTo>
                  <a:pt x="1313307" y="210312"/>
                </a:lnTo>
                <a:lnTo>
                  <a:pt x="1311878" y="216550"/>
                </a:lnTo>
                <a:lnTo>
                  <a:pt x="1307592" y="222504"/>
                </a:lnTo>
                <a:lnTo>
                  <a:pt x="1117092" y="413004"/>
                </a:lnTo>
                <a:lnTo>
                  <a:pt x="1115568" y="413004"/>
                </a:lnTo>
                <a:lnTo>
                  <a:pt x="1114044" y="414528"/>
                </a:lnTo>
                <a:lnTo>
                  <a:pt x="1110996" y="419100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dirty="0" spc="75"/>
              <a:t>Introduction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9503" y="3617976"/>
            <a:ext cx="731520" cy="73609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443954" y="4565362"/>
            <a:ext cx="1624330" cy="440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499"/>
              </a:lnSpc>
              <a:spcBef>
                <a:spcPts val="105"/>
              </a:spcBef>
            </a:pPr>
            <a:r>
              <a:rPr dirty="0" sz="900">
                <a:latin typeface="Trebuchet MS"/>
                <a:cs typeface="Trebuchet MS"/>
              </a:rPr>
              <a:t>Traditional</a:t>
            </a:r>
            <a:r>
              <a:rPr dirty="0" sz="900" spc="5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rental</a:t>
            </a:r>
            <a:r>
              <a:rPr dirty="0" sz="900" spc="80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systems</a:t>
            </a:r>
            <a:r>
              <a:rPr dirty="0" sz="900" spc="30">
                <a:latin typeface="Trebuchet MS"/>
                <a:cs typeface="Trebuchet MS"/>
              </a:rPr>
              <a:t> are </a:t>
            </a:r>
            <a:r>
              <a:rPr dirty="0" sz="900" spc="10">
                <a:latin typeface="Trebuchet MS"/>
                <a:cs typeface="Trebuchet MS"/>
              </a:rPr>
              <a:t>centralized</a:t>
            </a:r>
            <a:r>
              <a:rPr dirty="0" sz="900" spc="30">
                <a:latin typeface="Trebuchet MS"/>
                <a:cs typeface="Trebuchet MS"/>
              </a:rPr>
              <a:t> </a:t>
            </a:r>
            <a:r>
              <a:rPr dirty="0" sz="900" spc="110">
                <a:latin typeface="Trebuchet MS"/>
                <a:cs typeface="Trebuchet MS"/>
              </a:rPr>
              <a:t>and</a:t>
            </a:r>
            <a:r>
              <a:rPr dirty="0" sz="900" spc="45">
                <a:latin typeface="Trebuchet MS"/>
                <a:cs typeface="Trebuchet MS"/>
              </a:rPr>
              <a:t> </a:t>
            </a:r>
            <a:r>
              <a:rPr dirty="0" sz="900" spc="60">
                <a:latin typeface="Trebuchet MS"/>
                <a:cs typeface="Trebuchet MS"/>
              </a:rPr>
              <a:t>prone</a:t>
            </a:r>
            <a:r>
              <a:rPr dirty="0" sz="900" spc="40">
                <a:latin typeface="Trebuchet MS"/>
                <a:cs typeface="Trebuchet MS"/>
              </a:rPr>
              <a:t> </a:t>
            </a:r>
            <a:r>
              <a:rPr dirty="0" sz="900" spc="-25">
                <a:latin typeface="Trebuchet MS"/>
                <a:cs typeface="Trebuchet MS"/>
              </a:rPr>
              <a:t>to </a:t>
            </a:r>
            <a:r>
              <a:rPr dirty="0" sz="900" spc="-10">
                <a:latin typeface="Trebuchet MS"/>
                <a:cs typeface="Trebuchet MS"/>
              </a:rPr>
              <a:t>manipulation.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0788" y="3617976"/>
            <a:ext cx="736091" cy="736091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347410" y="4565362"/>
            <a:ext cx="1606550" cy="440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2540">
              <a:lnSpc>
                <a:spcPct val="100499"/>
              </a:lnSpc>
              <a:spcBef>
                <a:spcPts val="105"/>
              </a:spcBef>
            </a:pPr>
            <a:r>
              <a:rPr dirty="0" sz="900">
                <a:latin typeface="Trebuchet MS"/>
                <a:cs typeface="Trebuchet MS"/>
              </a:rPr>
              <a:t>Smart</a:t>
            </a:r>
            <a:r>
              <a:rPr dirty="0" sz="900" spc="30">
                <a:latin typeface="Trebuchet MS"/>
                <a:cs typeface="Trebuchet MS"/>
              </a:rPr>
              <a:t> </a:t>
            </a:r>
            <a:r>
              <a:rPr dirty="0" sz="900" spc="75">
                <a:latin typeface="Trebuchet MS"/>
                <a:cs typeface="Trebuchet MS"/>
              </a:rPr>
              <a:t>Chain</a:t>
            </a:r>
            <a:r>
              <a:rPr dirty="0" sz="900" spc="45">
                <a:latin typeface="Trebuchet MS"/>
                <a:cs typeface="Trebuchet MS"/>
              </a:rPr>
              <a:t> leverages </a:t>
            </a:r>
            <a:r>
              <a:rPr dirty="0" sz="900" spc="60">
                <a:latin typeface="Trebuchet MS"/>
                <a:cs typeface="Trebuchet MS"/>
              </a:rPr>
              <a:t>blockchain</a:t>
            </a:r>
            <a:r>
              <a:rPr dirty="0" sz="900" spc="-6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for</a:t>
            </a:r>
            <a:r>
              <a:rPr dirty="0" sz="900" spc="-35">
                <a:latin typeface="Trebuchet MS"/>
                <a:cs typeface="Trebuchet MS"/>
              </a:rPr>
              <a:t> </a:t>
            </a:r>
            <a:r>
              <a:rPr dirty="0" sz="900" spc="35">
                <a:latin typeface="Trebuchet MS"/>
                <a:cs typeface="Trebuchet MS"/>
              </a:rPr>
              <a:t>transparency </a:t>
            </a:r>
            <a:r>
              <a:rPr dirty="0" sz="900" spc="50">
                <a:latin typeface="Trebuchet MS"/>
                <a:cs typeface="Trebuchet MS"/>
              </a:rPr>
              <a:t>&amp;</a:t>
            </a:r>
            <a:r>
              <a:rPr dirty="0" sz="900" spc="-25">
                <a:latin typeface="Trebuchet MS"/>
                <a:cs typeface="Trebuchet MS"/>
              </a:rPr>
              <a:t> </a:t>
            </a:r>
            <a:r>
              <a:rPr dirty="0" sz="900" spc="-10">
                <a:latin typeface="Trebuchet MS"/>
                <a:cs typeface="Trebuchet MS"/>
              </a:rPr>
              <a:t>automation.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75119" y="3617976"/>
            <a:ext cx="736091" cy="73609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225007" y="4565362"/>
            <a:ext cx="1638935" cy="440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>
              <a:lnSpc>
                <a:spcPct val="100499"/>
              </a:lnSpc>
              <a:spcBef>
                <a:spcPts val="105"/>
              </a:spcBef>
            </a:pPr>
            <a:r>
              <a:rPr dirty="0" sz="900" spc="70">
                <a:latin typeface="Trebuchet MS"/>
                <a:cs typeface="Trebuchet MS"/>
              </a:rPr>
              <a:t>Reduces</a:t>
            </a:r>
            <a:r>
              <a:rPr dirty="0" sz="900" spc="-10">
                <a:latin typeface="Trebuchet MS"/>
                <a:cs typeface="Trebuchet MS"/>
              </a:rPr>
              <a:t> </a:t>
            </a:r>
            <a:r>
              <a:rPr dirty="0" sz="900" spc="90">
                <a:latin typeface="Trebuchet MS"/>
                <a:cs typeface="Trebuchet MS"/>
              </a:rPr>
              <a:t>human</a:t>
            </a:r>
            <a:r>
              <a:rPr dirty="0" sz="900" spc="-25">
                <a:latin typeface="Trebuchet MS"/>
                <a:cs typeface="Trebuchet MS"/>
              </a:rPr>
              <a:t> </a:t>
            </a:r>
            <a:r>
              <a:rPr dirty="0" sz="900" spc="-10">
                <a:latin typeface="Trebuchet MS"/>
                <a:cs typeface="Trebuchet MS"/>
              </a:rPr>
              <a:t>intervention </a:t>
            </a:r>
            <a:r>
              <a:rPr dirty="0" sz="900" spc="110">
                <a:latin typeface="Trebuchet MS"/>
                <a:cs typeface="Trebuchet MS"/>
              </a:rPr>
              <a:t>and</a:t>
            </a:r>
            <a:r>
              <a:rPr dirty="0" sz="900" spc="75">
                <a:latin typeface="Trebuchet MS"/>
                <a:cs typeface="Trebuchet MS"/>
              </a:rPr>
              <a:t> </a:t>
            </a:r>
            <a:r>
              <a:rPr dirty="0" sz="900">
                <a:latin typeface="Trebuchet MS"/>
                <a:cs typeface="Trebuchet MS"/>
              </a:rPr>
              <a:t>eliminates</a:t>
            </a:r>
            <a:r>
              <a:rPr dirty="0" sz="900" spc="50">
                <a:latin typeface="Trebuchet MS"/>
                <a:cs typeface="Trebuchet MS"/>
              </a:rPr>
              <a:t> hidden </a:t>
            </a:r>
            <a:r>
              <a:rPr dirty="0" sz="900" spc="-10">
                <a:latin typeface="Trebuchet MS"/>
                <a:cs typeface="Trebuchet MS"/>
              </a:rPr>
              <a:t>processes.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647444"/>
            <a:ext cx="1313815" cy="419100"/>
          </a:xfrm>
          <a:custGeom>
            <a:avLst/>
            <a:gdLst/>
            <a:ahLst/>
            <a:cxnLst/>
            <a:rect l="l" t="t" r="r" b="b"/>
            <a:pathLst>
              <a:path w="1313815" h="419100">
                <a:moveTo>
                  <a:pt x="1110996" y="419100"/>
                </a:moveTo>
                <a:lnTo>
                  <a:pt x="1028700" y="419100"/>
                </a:lnTo>
                <a:lnTo>
                  <a:pt x="0" y="416061"/>
                </a:lnTo>
                <a:lnTo>
                  <a:pt x="0" y="138684"/>
                </a:lnTo>
                <a:lnTo>
                  <a:pt x="1524" y="0"/>
                </a:lnTo>
                <a:lnTo>
                  <a:pt x="1028700" y="1524"/>
                </a:lnTo>
                <a:lnTo>
                  <a:pt x="1106424" y="1524"/>
                </a:lnTo>
                <a:lnTo>
                  <a:pt x="1110996" y="6096"/>
                </a:lnTo>
                <a:lnTo>
                  <a:pt x="1114044" y="6096"/>
                </a:lnTo>
                <a:lnTo>
                  <a:pt x="1114044" y="9144"/>
                </a:lnTo>
                <a:lnTo>
                  <a:pt x="1118616" y="9144"/>
                </a:lnTo>
                <a:lnTo>
                  <a:pt x="1307592" y="198120"/>
                </a:lnTo>
                <a:lnTo>
                  <a:pt x="1311878" y="204073"/>
                </a:lnTo>
                <a:lnTo>
                  <a:pt x="1313307" y="210312"/>
                </a:lnTo>
                <a:lnTo>
                  <a:pt x="1311878" y="216550"/>
                </a:lnTo>
                <a:lnTo>
                  <a:pt x="1307592" y="222504"/>
                </a:lnTo>
                <a:lnTo>
                  <a:pt x="1117092" y="413004"/>
                </a:lnTo>
                <a:lnTo>
                  <a:pt x="1115568" y="413004"/>
                </a:lnTo>
                <a:lnTo>
                  <a:pt x="1114044" y="414528"/>
                </a:lnTo>
                <a:lnTo>
                  <a:pt x="1110996" y="419100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dirty="0" spc="220"/>
              <a:t>Background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2744724" y="3453384"/>
            <a:ext cx="990600" cy="990600"/>
            <a:chOff x="2744724" y="3453384"/>
            <a:chExt cx="990600" cy="990600"/>
          </a:xfrm>
        </p:grpSpPr>
        <p:sp>
          <p:nvSpPr>
            <p:cNvPr id="5" name="object 5" descr=""/>
            <p:cNvSpPr/>
            <p:nvPr/>
          </p:nvSpPr>
          <p:spPr>
            <a:xfrm>
              <a:off x="2744724" y="3453384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696468" y="990600"/>
                  </a:moveTo>
                  <a:lnTo>
                    <a:pt x="0" y="990600"/>
                  </a:lnTo>
                  <a:lnTo>
                    <a:pt x="0" y="294131"/>
                  </a:lnTo>
                  <a:lnTo>
                    <a:pt x="3875" y="246270"/>
                  </a:lnTo>
                  <a:lnTo>
                    <a:pt x="15093" y="200924"/>
                  </a:lnTo>
                  <a:lnTo>
                    <a:pt x="33041" y="158686"/>
                  </a:lnTo>
                  <a:lnTo>
                    <a:pt x="57107" y="120152"/>
                  </a:lnTo>
                  <a:lnTo>
                    <a:pt x="86677" y="85915"/>
                  </a:lnTo>
                  <a:lnTo>
                    <a:pt x="121139" y="56570"/>
                  </a:lnTo>
                  <a:lnTo>
                    <a:pt x="159881" y="32712"/>
                  </a:lnTo>
                  <a:lnTo>
                    <a:pt x="202289" y="14935"/>
                  </a:lnTo>
                  <a:lnTo>
                    <a:pt x="247752" y="3832"/>
                  </a:lnTo>
                  <a:lnTo>
                    <a:pt x="295656" y="0"/>
                  </a:lnTo>
                  <a:lnTo>
                    <a:pt x="990600" y="0"/>
                  </a:lnTo>
                  <a:lnTo>
                    <a:pt x="990600" y="696468"/>
                  </a:lnTo>
                  <a:lnTo>
                    <a:pt x="986767" y="743958"/>
                  </a:lnTo>
                  <a:lnTo>
                    <a:pt x="975664" y="789090"/>
                  </a:lnTo>
                  <a:lnTo>
                    <a:pt x="957887" y="831241"/>
                  </a:lnTo>
                  <a:lnTo>
                    <a:pt x="934029" y="869789"/>
                  </a:lnTo>
                  <a:lnTo>
                    <a:pt x="904684" y="904113"/>
                  </a:lnTo>
                  <a:lnTo>
                    <a:pt x="870447" y="933590"/>
                  </a:lnTo>
                  <a:lnTo>
                    <a:pt x="831913" y="957599"/>
                  </a:lnTo>
                  <a:lnTo>
                    <a:pt x="789675" y="975518"/>
                  </a:lnTo>
                  <a:lnTo>
                    <a:pt x="744329" y="986725"/>
                  </a:lnTo>
                  <a:lnTo>
                    <a:pt x="696468" y="990600"/>
                  </a:lnTo>
                  <a:close/>
                </a:path>
              </a:pathLst>
            </a:custGeom>
            <a:solidFill>
              <a:srgbClr val="DD7E1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1988" y="3660648"/>
              <a:ext cx="577595" cy="57759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2418103" y="4719328"/>
            <a:ext cx="1645920" cy="514984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algn="ctr" marL="12065" marR="5080">
              <a:lnSpc>
                <a:spcPts val="1240"/>
              </a:lnSpc>
              <a:spcBef>
                <a:spcPts val="259"/>
              </a:spcBef>
            </a:pPr>
            <a:r>
              <a:rPr dirty="0" sz="1150">
                <a:latin typeface="Trebuchet MS"/>
                <a:cs typeface="Trebuchet MS"/>
              </a:rPr>
              <a:t>CENTRALIZED</a:t>
            </a:r>
            <a:r>
              <a:rPr dirty="0" sz="1150" spc="28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SYSTEMS </a:t>
            </a:r>
            <a:r>
              <a:rPr dirty="0" sz="1150" spc="70">
                <a:latin typeface="Trebuchet MS"/>
                <a:cs typeface="Trebuchet MS"/>
              </a:rPr>
              <a:t>ALLOW</a:t>
            </a:r>
            <a:r>
              <a:rPr dirty="0" sz="1150" spc="20">
                <a:latin typeface="Trebuchet MS"/>
                <a:cs typeface="Trebuchet MS"/>
              </a:rPr>
              <a:t> </a:t>
            </a:r>
            <a:r>
              <a:rPr dirty="0" sz="1150" spc="60">
                <a:latin typeface="Trebuchet MS"/>
                <a:cs typeface="Trebuchet MS"/>
              </a:rPr>
              <a:t>TAMPERING</a:t>
            </a:r>
            <a:r>
              <a:rPr dirty="0" sz="1150" spc="10">
                <a:latin typeface="Trebuchet MS"/>
                <a:cs typeface="Trebuchet MS"/>
              </a:rPr>
              <a:t> </a:t>
            </a:r>
            <a:r>
              <a:rPr dirty="0" sz="1150" spc="55">
                <a:latin typeface="Trebuchet MS"/>
                <a:cs typeface="Trebuchet MS"/>
              </a:rPr>
              <a:t>OF </a:t>
            </a:r>
            <a:r>
              <a:rPr dirty="0" sz="1150">
                <a:latin typeface="Trebuchet MS"/>
                <a:cs typeface="Trebuchet MS"/>
              </a:rPr>
              <a:t>RENTAL</a:t>
            </a:r>
            <a:r>
              <a:rPr dirty="0" sz="1150" spc="3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HISTORY.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654296" y="3453384"/>
            <a:ext cx="990600" cy="990600"/>
            <a:chOff x="4654296" y="3453384"/>
            <a:chExt cx="990600" cy="990600"/>
          </a:xfrm>
        </p:grpSpPr>
        <p:sp>
          <p:nvSpPr>
            <p:cNvPr id="9" name="object 9" descr=""/>
            <p:cNvSpPr/>
            <p:nvPr/>
          </p:nvSpPr>
          <p:spPr>
            <a:xfrm>
              <a:off x="4654296" y="3453384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694944" y="990600"/>
                  </a:moveTo>
                  <a:lnTo>
                    <a:pt x="0" y="990600"/>
                  </a:lnTo>
                  <a:lnTo>
                    <a:pt x="0" y="294131"/>
                  </a:lnTo>
                  <a:lnTo>
                    <a:pt x="3832" y="246270"/>
                  </a:lnTo>
                  <a:lnTo>
                    <a:pt x="14935" y="200924"/>
                  </a:lnTo>
                  <a:lnTo>
                    <a:pt x="32712" y="158686"/>
                  </a:lnTo>
                  <a:lnTo>
                    <a:pt x="56570" y="120152"/>
                  </a:lnTo>
                  <a:lnTo>
                    <a:pt x="85915" y="85915"/>
                  </a:lnTo>
                  <a:lnTo>
                    <a:pt x="120152" y="56570"/>
                  </a:lnTo>
                  <a:lnTo>
                    <a:pt x="158686" y="32712"/>
                  </a:lnTo>
                  <a:lnTo>
                    <a:pt x="200924" y="14935"/>
                  </a:lnTo>
                  <a:lnTo>
                    <a:pt x="246270" y="3832"/>
                  </a:lnTo>
                  <a:lnTo>
                    <a:pt x="294131" y="0"/>
                  </a:lnTo>
                  <a:lnTo>
                    <a:pt x="990600" y="0"/>
                  </a:lnTo>
                  <a:lnTo>
                    <a:pt x="990600" y="696468"/>
                  </a:lnTo>
                  <a:lnTo>
                    <a:pt x="986724" y="743958"/>
                  </a:lnTo>
                  <a:lnTo>
                    <a:pt x="975506" y="789090"/>
                  </a:lnTo>
                  <a:lnTo>
                    <a:pt x="957558" y="831241"/>
                  </a:lnTo>
                  <a:lnTo>
                    <a:pt x="933492" y="869789"/>
                  </a:lnTo>
                  <a:lnTo>
                    <a:pt x="903922" y="904113"/>
                  </a:lnTo>
                  <a:lnTo>
                    <a:pt x="869460" y="933590"/>
                  </a:lnTo>
                  <a:lnTo>
                    <a:pt x="830718" y="957599"/>
                  </a:lnTo>
                  <a:lnTo>
                    <a:pt x="788310" y="975518"/>
                  </a:lnTo>
                  <a:lnTo>
                    <a:pt x="742847" y="986725"/>
                  </a:lnTo>
                  <a:lnTo>
                    <a:pt x="694944" y="990600"/>
                  </a:lnTo>
                  <a:close/>
                </a:path>
              </a:pathLst>
            </a:custGeom>
            <a:solidFill>
              <a:srgbClr val="9E83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0035" y="3660648"/>
              <a:ext cx="577595" cy="577595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4393207" y="4719328"/>
            <a:ext cx="1511935" cy="514984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algn="ctr" marL="12065" marR="5080" indent="1270">
              <a:lnSpc>
                <a:spcPts val="1240"/>
              </a:lnSpc>
              <a:spcBef>
                <a:spcPts val="259"/>
              </a:spcBef>
            </a:pPr>
            <a:r>
              <a:rPr dirty="0" sz="1150" spc="90">
                <a:latin typeface="Trebuchet MS"/>
                <a:cs typeface="Trebuchet MS"/>
              </a:rPr>
              <a:t>MANUAL </a:t>
            </a:r>
            <a:r>
              <a:rPr dirty="0" sz="1150" spc="20">
                <a:latin typeface="Trebuchet MS"/>
                <a:cs typeface="Trebuchet MS"/>
              </a:rPr>
              <a:t>VERIFICATION</a:t>
            </a:r>
            <a:r>
              <a:rPr dirty="0" sz="1150" spc="220">
                <a:latin typeface="Trebuchet MS"/>
                <a:cs typeface="Trebuchet MS"/>
              </a:rPr>
              <a:t> </a:t>
            </a:r>
            <a:r>
              <a:rPr dirty="0" sz="1150" spc="40">
                <a:latin typeface="Trebuchet MS"/>
                <a:cs typeface="Trebuchet MS"/>
              </a:rPr>
              <a:t>SLOWS </a:t>
            </a:r>
            <a:r>
              <a:rPr dirty="0" sz="1150" spc="35">
                <a:latin typeface="Trebuchet MS"/>
                <a:cs typeface="Trebuchet MS"/>
              </a:rPr>
              <a:t>WORKFLOWS.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562344" y="3453384"/>
            <a:ext cx="990600" cy="990600"/>
            <a:chOff x="6562344" y="3453384"/>
            <a:chExt cx="990600" cy="990600"/>
          </a:xfrm>
        </p:grpSpPr>
        <p:sp>
          <p:nvSpPr>
            <p:cNvPr id="13" name="object 13" descr=""/>
            <p:cNvSpPr/>
            <p:nvPr/>
          </p:nvSpPr>
          <p:spPr>
            <a:xfrm>
              <a:off x="6562344" y="3453384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696468" y="990600"/>
                  </a:moveTo>
                  <a:lnTo>
                    <a:pt x="0" y="990600"/>
                  </a:lnTo>
                  <a:lnTo>
                    <a:pt x="0" y="294131"/>
                  </a:lnTo>
                  <a:lnTo>
                    <a:pt x="3832" y="246270"/>
                  </a:lnTo>
                  <a:lnTo>
                    <a:pt x="14935" y="200924"/>
                  </a:lnTo>
                  <a:lnTo>
                    <a:pt x="32712" y="158686"/>
                  </a:lnTo>
                  <a:lnTo>
                    <a:pt x="56570" y="120152"/>
                  </a:lnTo>
                  <a:lnTo>
                    <a:pt x="85915" y="85915"/>
                  </a:lnTo>
                  <a:lnTo>
                    <a:pt x="120152" y="56570"/>
                  </a:lnTo>
                  <a:lnTo>
                    <a:pt x="158686" y="32712"/>
                  </a:lnTo>
                  <a:lnTo>
                    <a:pt x="200924" y="14935"/>
                  </a:lnTo>
                  <a:lnTo>
                    <a:pt x="246270" y="3832"/>
                  </a:lnTo>
                  <a:lnTo>
                    <a:pt x="294131" y="0"/>
                  </a:lnTo>
                  <a:lnTo>
                    <a:pt x="990600" y="0"/>
                  </a:lnTo>
                  <a:lnTo>
                    <a:pt x="990600" y="696468"/>
                  </a:lnTo>
                  <a:lnTo>
                    <a:pt x="986726" y="743958"/>
                  </a:lnTo>
                  <a:lnTo>
                    <a:pt x="975518" y="789090"/>
                  </a:lnTo>
                  <a:lnTo>
                    <a:pt x="957599" y="831241"/>
                  </a:lnTo>
                  <a:lnTo>
                    <a:pt x="933590" y="869789"/>
                  </a:lnTo>
                  <a:lnTo>
                    <a:pt x="904113" y="904113"/>
                  </a:lnTo>
                  <a:lnTo>
                    <a:pt x="869789" y="933590"/>
                  </a:lnTo>
                  <a:lnTo>
                    <a:pt x="831241" y="957599"/>
                  </a:lnTo>
                  <a:lnTo>
                    <a:pt x="789090" y="975518"/>
                  </a:lnTo>
                  <a:lnTo>
                    <a:pt x="743958" y="986725"/>
                  </a:lnTo>
                  <a:lnTo>
                    <a:pt x="696468" y="990600"/>
                  </a:lnTo>
                  <a:close/>
                </a:path>
              </a:pathLst>
            </a:custGeom>
            <a:solidFill>
              <a:srgbClr val="7285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66560" y="3660648"/>
              <a:ext cx="579119" cy="577595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6250939" y="4719328"/>
            <a:ext cx="1614170" cy="514984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algn="ctr" marL="12700" marR="5080">
              <a:lnSpc>
                <a:spcPts val="1240"/>
              </a:lnSpc>
              <a:spcBef>
                <a:spcPts val="259"/>
              </a:spcBef>
            </a:pPr>
            <a:r>
              <a:rPr dirty="0" sz="1150" spc="90">
                <a:latin typeface="Trebuchet MS"/>
                <a:cs typeface="Trebuchet MS"/>
              </a:rPr>
              <a:t>BLOCKCHAIN</a:t>
            </a:r>
            <a:r>
              <a:rPr dirty="0" sz="1150" spc="-5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ENSURES </a:t>
            </a:r>
            <a:r>
              <a:rPr dirty="0" sz="1150">
                <a:latin typeface="Trebuchet MS"/>
                <a:cs typeface="Trebuchet MS"/>
              </a:rPr>
              <a:t>IMMUTABILITY</a:t>
            </a:r>
            <a:r>
              <a:rPr dirty="0" sz="1150" spc="65">
                <a:latin typeface="Trebuchet MS"/>
                <a:cs typeface="Trebuchet MS"/>
              </a:rPr>
              <a:t> </a:t>
            </a:r>
            <a:r>
              <a:rPr dirty="0" sz="1150" spc="114">
                <a:latin typeface="Trebuchet MS"/>
                <a:cs typeface="Trebuchet MS"/>
              </a:rPr>
              <a:t>AND </a:t>
            </a:r>
            <a:r>
              <a:rPr dirty="0" sz="1150">
                <a:latin typeface="Trebuchet MS"/>
                <a:cs typeface="Trebuchet MS"/>
              </a:rPr>
              <a:t>SECURE</a:t>
            </a:r>
            <a:r>
              <a:rPr dirty="0" sz="1150" spc="254">
                <a:latin typeface="Trebuchet MS"/>
                <a:cs typeface="Trebuchet MS"/>
              </a:rPr>
              <a:t> </a:t>
            </a:r>
            <a:r>
              <a:rPr dirty="0" sz="1150" spc="-10">
                <a:latin typeface="Trebuchet MS"/>
                <a:cs typeface="Trebuchet MS"/>
              </a:rPr>
              <a:t>EXECUTION.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647444"/>
            <a:ext cx="1313815" cy="419100"/>
          </a:xfrm>
          <a:custGeom>
            <a:avLst/>
            <a:gdLst/>
            <a:ahLst/>
            <a:cxnLst/>
            <a:rect l="l" t="t" r="r" b="b"/>
            <a:pathLst>
              <a:path w="1313815" h="419100">
                <a:moveTo>
                  <a:pt x="1110996" y="419100"/>
                </a:moveTo>
                <a:lnTo>
                  <a:pt x="1028700" y="419100"/>
                </a:lnTo>
                <a:lnTo>
                  <a:pt x="0" y="416061"/>
                </a:lnTo>
                <a:lnTo>
                  <a:pt x="0" y="138684"/>
                </a:lnTo>
                <a:lnTo>
                  <a:pt x="1524" y="0"/>
                </a:lnTo>
                <a:lnTo>
                  <a:pt x="1028700" y="1524"/>
                </a:lnTo>
                <a:lnTo>
                  <a:pt x="1106424" y="1524"/>
                </a:lnTo>
                <a:lnTo>
                  <a:pt x="1110996" y="6096"/>
                </a:lnTo>
                <a:lnTo>
                  <a:pt x="1114044" y="6096"/>
                </a:lnTo>
                <a:lnTo>
                  <a:pt x="1114044" y="9144"/>
                </a:lnTo>
                <a:lnTo>
                  <a:pt x="1118616" y="9144"/>
                </a:lnTo>
                <a:lnTo>
                  <a:pt x="1307592" y="198120"/>
                </a:lnTo>
                <a:lnTo>
                  <a:pt x="1311878" y="204073"/>
                </a:lnTo>
                <a:lnTo>
                  <a:pt x="1313307" y="210312"/>
                </a:lnTo>
                <a:lnTo>
                  <a:pt x="1311878" y="216550"/>
                </a:lnTo>
                <a:lnTo>
                  <a:pt x="1307592" y="222504"/>
                </a:lnTo>
                <a:lnTo>
                  <a:pt x="1117092" y="413004"/>
                </a:lnTo>
                <a:lnTo>
                  <a:pt x="1115568" y="413004"/>
                </a:lnTo>
                <a:lnTo>
                  <a:pt x="1114044" y="414528"/>
                </a:lnTo>
                <a:lnTo>
                  <a:pt x="1110996" y="419100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dirty="0" spc="125"/>
              <a:t>Problem</a:t>
            </a:r>
            <a:r>
              <a:rPr dirty="0" spc="-65"/>
              <a:t> </a:t>
            </a:r>
            <a:r>
              <a:rPr dirty="0" spc="110"/>
              <a:t>Statement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2368295" y="2892551"/>
            <a:ext cx="5561330" cy="861060"/>
            <a:chOff x="2368295" y="2892551"/>
            <a:chExt cx="5561330" cy="861060"/>
          </a:xfrm>
        </p:grpSpPr>
        <p:sp>
          <p:nvSpPr>
            <p:cNvPr id="5" name="object 5" descr=""/>
            <p:cNvSpPr/>
            <p:nvPr/>
          </p:nvSpPr>
          <p:spPr>
            <a:xfrm>
              <a:off x="2368295" y="2892551"/>
              <a:ext cx="5561330" cy="861060"/>
            </a:xfrm>
            <a:custGeom>
              <a:avLst/>
              <a:gdLst/>
              <a:ahLst/>
              <a:cxnLst/>
              <a:rect l="l" t="t" r="r" b="b"/>
              <a:pathLst>
                <a:path w="5561330" h="861060">
                  <a:moveTo>
                    <a:pt x="5475732" y="861059"/>
                  </a:moveTo>
                  <a:lnTo>
                    <a:pt x="86868" y="861059"/>
                  </a:lnTo>
                  <a:lnTo>
                    <a:pt x="53363" y="854368"/>
                  </a:lnTo>
                  <a:lnTo>
                    <a:pt x="25717" y="836104"/>
                  </a:lnTo>
                  <a:lnTo>
                    <a:pt x="6929" y="808982"/>
                  </a:lnTo>
                  <a:lnTo>
                    <a:pt x="0" y="775715"/>
                  </a:lnTo>
                  <a:lnTo>
                    <a:pt x="0" y="86867"/>
                  </a:lnTo>
                  <a:lnTo>
                    <a:pt x="6929" y="52720"/>
                  </a:lnTo>
                  <a:lnTo>
                    <a:pt x="25717" y="25145"/>
                  </a:lnTo>
                  <a:lnTo>
                    <a:pt x="53363" y="6715"/>
                  </a:lnTo>
                  <a:lnTo>
                    <a:pt x="86868" y="0"/>
                  </a:lnTo>
                  <a:lnTo>
                    <a:pt x="5475732" y="0"/>
                  </a:lnTo>
                  <a:lnTo>
                    <a:pt x="5508998" y="6715"/>
                  </a:lnTo>
                  <a:lnTo>
                    <a:pt x="5536120" y="25145"/>
                  </a:lnTo>
                  <a:lnTo>
                    <a:pt x="5554384" y="52720"/>
                  </a:lnTo>
                  <a:lnTo>
                    <a:pt x="5561076" y="86867"/>
                  </a:lnTo>
                  <a:lnTo>
                    <a:pt x="5561076" y="775715"/>
                  </a:lnTo>
                  <a:lnTo>
                    <a:pt x="5554384" y="808982"/>
                  </a:lnTo>
                  <a:lnTo>
                    <a:pt x="5536120" y="836104"/>
                  </a:lnTo>
                  <a:lnTo>
                    <a:pt x="5508998" y="854368"/>
                  </a:lnTo>
                  <a:lnTo>
                    <a:pt x="5475732" y="861059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2803" y="3083051"/>
              <a:ext cx="486156" cy="481583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2368295" y="3968496"/>
            <a:ext cx="5561330" cy="861060"/>
            <a:chOff x="2368295" y="3968496"/>
            <a:chExt cx="5561330" cy="861060"/>
          </a:xfrm>
        </p:grpSpPr>
        <p:sp>
          <p:nvSpPr>
            <p:cNvPr id="8" name="object 8" descr=""/>
            <p:cNvSpPr/>
            <p:nvPr/>
          </p:nvSpPr>
          <p:spPr>
            <a:xfrm>
              <a:off x="2368295" y="3968496"/>
              <a:ext cx="5561330" cy="861060"/>
            </a:xfrm>
            <a:custGeom>
              <a:avLst/>
              <a:gdLst/>
              <a:ahLst/>
              <a:cxnLst/>
              <a:rect l="l" t="t" r="r" b="b"/>
              <a:pathLst>
                <a:path w="5561330" h="861060">
                  <a:moveTo>
                    <a:pt x="5475732" y="861059"/>
                  </a:moveTo>
                  <a:lnTo>
                    <a:pt x="86868" y="861059"/>
                  </a:lnTo>
                  <a:lnTo>
                    <a:pt x="53363" y="854368"/>
                  </a:lnTo>
                  <a:lnTo>
                    <a:pt x="25717" y="836104"/>
                  </a:lnTo>
                  <a:lnTo>
                    <a:pt x="6929" y="808982"/>
                  </a:lnTo>
                  <a:lnTo>
                    <a:pt x="0" y="775715"/>
                  </a:lnTo>
                  <a:lnTo>
                    <a:pt x="0" y="86867"/>
                  </a:lnTo>
                  <a:lnTo>
                    <a:pt x="6929" y="53363"/>
                  </a:lnTo>
                  <a:lnTo>
                    <a:pt x="25717" y="25717"/>
                  </a:lnTo>
                  <a:lnTo>
                    <a:pt x="53363" y="6929"/>
                  </a:lnTo>
                  <a:lnTo>
                    <a:pt x="86868" y="0"/>
                  </a:lnTo>
                  <a:lnTo>
                    <a:pt x="5475732" y="0"/>
                  </a:lnTo>
                  <a:lnTo>
                    <a:pt x="5508998" y="6929"/>
                  </a:lnTo>
                  <a:lnTo>
                    <a:pt x="5536120" y="25717"/>
                  </a:lnTo>
                  <a:lnTo>
                    <a:pt x="5554384" y="53363"/>
                  </a:lnTo>
                  <a:lnTo>
                    <a:pt x="5561076" y="86867"/>
                  </a:lnTo>
                  <a:lnTo>
                    <a:pt x="5561076" y="775715"/>
                  </a:lnTo>
                  <a:lnTo>
                    <a:pt x="5554384" y="808982"/>
                  </a:lnTo>
                  <a:lnTo>
                    <a:pt x="5536120" y="836104"/>
                  </a:lnTo>
                  <a:lnTo>
                    <a:pt x="5508998" y="854368"/>
                  </a:lnTo>
                  <a:lnTo>
                    <a:pt x="5475732" y="861059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22803" y="4158996"/>
              <a:ext cx="486156" cy="481583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2368295" y="5045963"/>
            <a:ext cx="5561330" cy="861060"/>
            <a:chOff x="2368295" y="5045963"/>
            <a:chExt cx="5561330" cy="861060"/>
          </a:xfrm>
        </p:grpSpPr>
        <p:sp>
          <p:nvSpPr>
            <p:cNvPr id="11" name="object 11" descr=""/>
            <p:cNvSpPr/>
            <p:nvPr/>
          </p:nvSpPr>
          <p:spPr>
            <a:xfrm>
              <a:off x="2368295" y="5045963"/>
              <a:ext cx="5561330" cy="861060"/>
            </a:xfrm>
            <a:custGeom>
              <a:avLst/>
              <a:gdLst/>
              <a:ahLst/>
              <a:cxnLst/>
              <a:rect l="l" t="t" r="r" b="b"/>
              <a:pathLst>
                <a:path w="5561330" h="861060">
                  <a:moveTo>
                    <a:pt x="5475732" y="861060"/>
                  </a:moveTo>
                  <a:lnTo>
                    <a:pt x="86868" y="861060"/>
                  </a:lnTo>
                  <a:lnTo>
                    <a:pt x="53363" y="854130"/>
                  </a:lnTo>
                  <a:lnTo>
                    <a:pt x="25717" y="835342"/>
                  </a:lnTo>
                  <a:lnTo>
                    <a:pt x="6929" y="807696"/>
                  </a:lnTo>
                  <a:lnTo>
                    <a:pt x="0" y="774192"/>
                  </a:lnTo>
                  <a:lnTo>
                    <a:pt x="0" y="85344"/>
                  </a:lnTo>
                  <a:lnTo>
                    <a:pt x="6929" y="52077"/>
                  </a:lnTo>
                  <a:lnTo>
                    <a:pt x="25717" y="24955"/>
                  </a:lnTo>
                  <a:lnTo>
                    <a:pt x="53363" y="6691"/>
                  </a:lnTo>
                  <a:lnTo>
                    <a:pt x="86868" y="0"/>
                  </a:lnTo>
                  <a:lnTo>
                    <a:pt x="5475732" y="0"/>
                  </a:lnTo>
                  <a:lnTo>
                    <a:pt x="5508998" y="6691"/>
                  </a:lnTo>
                  <a:lnTo>
                    <a:pt x="5536120" y="24955"/>
                  </a:lnTo>
                  <a:lnTo>
                    <a:pt x="5554384" y="52077"/>
                  </a:lnTo>
                  <a:lnTo>
                    <a:pt x="5561076" y="85344"/>
                  </a:lnTo>
                  <a:lnTo>
                    <a:pt x="5561076" y="774192"/>
                  </a:lnTo>
                  <a:lnTo>
                    <a:pt x="5554384" y="807696"/>
                  </a:lnTo>
                  <a:lnTo>
                    <a:pt x="5536120" y="835342"/>
                  </a:lnTo>
                  <a:lnTo>
                    <a:pt x="5508998" y="854130"/>
                  </a:lnTo>
                  <a:lnTo>
                    <a:pt x="5475732" y="86106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22803" y="5234939"/>
              <a:ext cx="486156" cy="483107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3442177" y="2991135"/>
            <a:ext cx="4119245" cy="277431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 marR="470534">
              <a:lnSpc>
                <a:spcPts val="2220"/>
              </a:lnSpc>
              <a:spcBef>
                <a:spcPts val="385"/>
              </a:spcBef>
            </a:pPr>
            <a:r>
              <a:rPr dirty="0" sz="2050" spc="125">
                <a:latin typeface="Trebuchet MS"/>
                <a:cs typeface="Trebuchet MS"/>
              </a:rPr>
              <a:t>Hidden</a:t>
            </a:r>
            <a:r>
              <a:rPr dirty="0" sz="2050" spc="-35">
                <a:latin typeface="Trebuchet MS"/>
                <a:cs typeface="Trebuchet MS"/>
              </a:rPr>
              <a:t> </a:t>
            </a:r>
            <a:r>
              <a:rPr dirty="0" sz="2050" spc="160">
                <a:latin typeface="Trebuchet MS"/>
                <a:cs typeface="Trebuchet MS"/>
              </a:rPr>
              <a:t>charges</a:t>
            </a:r>
            <a:r>
              <a:rPr dirty="0" sz="2050" spc="-55">
                <a:latin typeface="Trebuchet MS"/>
                <a:cs typeface="Trebuchet MS"/>
              </a:rPr>
              <a:t> </a:t>
            </a:r>
            <a:r>
              <a:rPr dirty="0" sz="2050" spc="100">
                <a:latin typeface="Trebuchet MS"/>
                <a:cs typeface="Trebuchet MS"/>
              </a:rPr>
              <a:t>&amp;</a:t>
            </a:r>
            <a:r>
              <a:rPr dirty="0" sz="2050" spc="-30">
                <a:latin typeface="Trebuchet MS"/>
                <a:cs typeface="Trebuchet MS"/>
              </a:rPr>
              <a:t> </a:t>
            </a:r>
            <a:r>
              <a:rPr dirty="0" sz="2050" spc="40">
                <a:latin typeface="Trebuchet MS"/>
                <a:cs typeface="Trebuchet MS"/>
              </a:rPr>
              <a:t>unreliable </a:t>
            </a:r>
            <a:r>
              <a:rPr dirty="0" sz="2050">
                <a:latin typeface="Trebuchet MS"/>
                <a:cs typeface="Trebuchet MS"/>
              </a:rPr>
              <a:t>rental</a:t>
            </a:r>
            <a:r>
              <a:rPr dirty="0" sz="2050" spc="120">
                <a:latin typeface="Trebuchet MS"/>
                <a:cs typeface="Trebuchet MS"/>
              </a:rPr>
              <a:t> </a:t>
            </a:r>
            <a:r>
              <a:rPr dirty="0" sz="2050" spc="45">
                <a:latin typeface="Trebuchet MS"/>
                <a:cs typeface="Trebuchet MS"/>
              </a:rPr>
              <a:t>records.</a:t>
            </a: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050" spc="130">
                <a:latin typeface="Trebuchet MS"/>
                <a:cs typeface="Trebuchet MS"/>
              </a:rPr>
              <a:t>Lack</a:t>
            </a:r>
            <a:r>
              <a:rPr dirty="0" sz="2050" spc="-45">
                <a:latin typeface="Trebuchet MS"/>
                <a:cs typeface="Trebuchet MS"/>
              </a:rPr>
              <a:t> </a:t>
            </a:r>
            <a:r>
              <a:rPr dirty="0" sz="2050" spc="65">
                <a:latin typeface="Trebuchet MS"/>
                <a:cs typeface="Trebuchet MS"/>
              </a:rPr>
              <a:t>of</a:t>
            </a:r>
            <a:r>
              <a:rPr dirty="0" sz="2050" spc="-65">
                <a:latin typeface="Trebuchet MS"/>
                <a:cs typeface="Trebuchet MS"/>
              </a:rPr>
              <a:t> </a:t>
            </a:r>
            <a:r>
              <a:rPr dirty="0" sz="2050" spc="-60">
                <a:latin typeface="Trebuchet MS"/>
                <a:cs typeface="Trebuchet MS"/>
              </a:rPr>
              <a:t>trust</a:t>
            </a:r>
            <a:r>
              <a:rPr dirty="0" sz="2050" spc="-75">
                <a:latin typeface="Trebuchet MS"/>
                <a:cs typeface="Trebuchet MS"/>
              </a:rPr>
              <a:t> </a:t>
            </a:r>
            <a:r>
              <a:rPr dirty="0" sz="2050" spc="240">
                <a:latin typeface="Trebuchet MS"/>
                <a:cs typeface="Trebuchet MS"/>
              </a:rPr>
              <a:t>and</a:t>
            </a:r>
            <a:r>
              <a:rPr dirty="0" sz="2050" spc="-50">
                <a:latin typeface="Trebuchet MS"/>
                <a:cs typeface="Trebuchet MS"/>
              </a:rPr>
              <a:t> </a:t>
            </a:r>
            <a:r>
              <a:rPr dirty="0" sz="2050" spc="65">
                <a:latin typeface="Trebuchet MS"/>
                <a:cs typeface="Trebuchet MS"/>
              </a:rPr>
              <a:t>accountability.</a:t>
            </a: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2050">
              <a:latin typeface="Trebuchet MS"/>
              <a:cs typeface="Trebuchet MS"/>
            </a:endParaRPr>
          </a:p>
          <a:p>
            <a:pPr marL="12700" marR="1057910">
              <a:lnSpc>
                <a:spcPts val="2220"/>
              </a:lnSpc>
            </a:pPr>
            <a:r>
              <a:rPr dirty="0" sz="2050">
                <a:latin typeface="Trebuchet MS"/>
                <a:cs typeface="Trebuchet MS"/>
              </a:rPr>
              <a:t>Security</a:t>
            </a:r>
            <a:r>
              <a:rPr dirty="0" sz="2050" spc="160">
                <a:latin typeface="Trebuchet MS"/>
                <a:cs typeface="Trebuchet MS"/>
              </a:rPr>
              <a:t> </a:t>
            </a:r>
            <a:r>
              <a:rPr dirty="0" sz="2050">
                <a:latin typeface="Trebuchet MS"/>
                <a:cs typeface="Trebuchet MS"/>
              </a:rPr>
              <a:t>vulnerabilities</a:t>
            </a:r>
            <a:r>
              <a:rPr dirty="0" sz="2050" spc="165">
                <a:latin typeface="Trebuchet MS"/>
                <a:cs typeface="Trebuchet MS"/>
              </a:rPr>
              <a:t> </a:t>
            </a:r>
            <a:r>
              <a:rPr dirty="0" sz="2050" spc="-25">
                <a:latin typeface="Trebuchet MS"/>
                <a:cs typeface="Trebuchet MS"/>
              </a:rPr>
              <a:t>in </a:t>
            </a:r>
            <a:r>
              <a:rPr dirty="0" sz="2050" spc="60">
                <a:latin typeface="Trebuchet MS"/>
                <a:cs typeface="Trebuchet MS"/>
              </a:rPr>
              <a:t>centralized</a:t>
            </a:r>
            <a:r>
              <a:rPr dirty="0" sz="2050" spc="-25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systems.</a:t>
            </a:r>
            <a:endParaRPr sz="2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647444"/>
            <a:ext cx="1313815" cy="419100"/>
          </a:xfrm>
          <a:custGeom>
            <a:avLst/>
            <a:gdLst/>
            <a:ahLst/>
            <a:cxnLst/>
            <a:rect l="l" t="t" r="r" b="b"/>
            <a:pathLst>
              <a:path w="1313815" h="419100">
                <a:moveTo>
                  <a:pt x="1110996" y="419100"/>
                </a:moveTo>
                <a:lnTo>
                  <a:pt x="1028700" y="419100"/>
                </a:lnTo>
                <a:lnTo>
                  <a:pt x="0" y="416061"/>
                </a:lnTo>
                <a:lnTo>
                  <a:pt x="0" y="138684"/>
                </a:lnTo>
                <a:lnTo>
                  <a:pt x="1524" y="0"/>
                </a:lnTo>
                <a:lnTo>
                  <a:pt x="1028700" y="1524"/>
                </a:lnTo>
                <a:lnTo>
                  <a:pt x="1106424" y="1524"/>
                </a:lnTo>
                <a:lnTo>
                  <a:pt x="1110996" y="6096"/>
                </a:lnTo>
                <a:lnTo>
                  <a:pt x="1114044" y="6096"/>
                </a:lnTo>
                <a:lnTo>
                  <a:pt x="1114044" y="9144"/>
                </a:lnTo>
                <a:lnTo>
                  <a:pt x="1118616" y="9144"/>
                </a:lnTo>
                <a:lnTo>
                  <a:pt x="1307592" y="198120"/>
                </a:lnTo>
                <a:lnTo>
                  <a:pt x="1311878" y="204073"/>
                </a:lnTo>
                <a:lnTo>
                  <a:pt x="1313307" y="210312"/>
                </a:lnTo>
                <a:lnTo>
                  <a:pt x="1311878" y="216550"/>
                </a:lnTo>
                <a:lnTo>
                  <a:pt x="1307592" y="222504"/>
                </a:lnTo>
                <a:lnTo>
                  <a:pt x="1117092" y="413004"/>
                </a:lnTo>
                <a:lnTo>
                  <a:pt x="1115568" y="413004"/>
                </a:lnTo>
                <a:lnTo>
                  <a:pt x="1114044" y="414528"/>
                </a:lnTo>
                <a:lnTo>
                  <a:pt x="1110996" y="419100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Existing</a:t>
            </a:r>
            <a:r>
              <a:rPr dirty="0" spc="-80"/>
              <a:t> </a:t>
            </a:r>
            <a:r>
              <a:rPr dirty="0" spc="95"/>
              <a:t>System</a:t>
            </a:r>
            <a:r>
              <a:rPr dirty="0" spc="-90"/>
              <a:t> </a:t>
            </a:r>
            <a:r>
              <a:rPr dirty="0" spc="60"/>
              <a:t>Flaws</a:t>
            </a:r>
            <a:r>
              <a:rPr dirty="0" spc="-90"/>
              <a:t> </a:t>
            </a:r>
            <a:r>
              <a:rPr dirty="0" spc="390"/>
              <a:t>–</a:t>
            </a:r>
            <a:r>
              <a:rPr dirty="0" spc="-70"/>
              <a:t> </a:t>
            </a:r>
            <a:r>
              <a:rPr dirty="0" spc="225"/>
              <a:t>Diagram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5179" y="2970275"/>
            <a:ext cx="1508759" cy="75438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345179" y="2970275"/>
            <a:ext cx="1508760" cy="754380"/>
          </a:xfrm>
          <a:prstGeom prst="rect">
            <a:avLst/>
          </a:prstGeom>
          <a:ln w="7620">
            <a:solidFill>
              <a:srgbClr val="9C2D0F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endParaRPr sz="145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dirty="0" sz="1450" spc="80">
                <a:solidFill>
                  <a:srgbClr val="FFFFFF"/>
                </a:solidFill>
                <a:latin typeface="Trebuchet MS"/>
                <a:cs typeface="Trebuchet MS"/>
              </a:rPr>
              <a:t>Central</a:t>
            </a:r>
            <a:r>
              <a:rPr dirty="0" sz="145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Server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345179" y="3729989"/>
            <a:ext cx="1508760" cy="1492885"/>
            <a:chOff x="3345179" y="3729989"/>
            <a:chExt cx="1508760" cy="149288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10583" y="4300219"/>
              <a:ext cx="377951" cy="18796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6773" y="3729989"/>
              <a:ext cx="385571" cy="76200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910583" y="3733799"/>
              <a:ext cx="378460" cy="754380"/>
            </a:xfrm>
            <a:custGeom>
              <a:avLst/>
              <a:gdLst/>
              <a:ahLst/>
              <a:cxnLst/>
              <a:rect l="l" t="t" r="r" b="b"/>
              <a:pathLst>
                <a:path w="378460" h="754379">
                  <a:moveTo>
                    <a:pt x="0" y="565403"/>
                  </a:moveTo>
                  <a:lnTo>
                    <a:pt x="94488" y="565403"/>
                  </a:lnTo>
                  <a:lnTo>
                    <a:pt x="94488" y="0"/>
                  </a:lnTo>
                  <a:lnTo>
                    <a:pt x="283464" y="0"/>
                  </a:lnTo>
                  <a:lnTo>
                    <a:pt x="283464" y="565403"/>
                  </a:lnTo>
                  <a:lnTo>
                    <a:pt x="377951" y="565403"/>
                  </a:lnTo>
                  <a:lnTo>
                    <a:pt x="188975" y="754380"/>
                  </a:lnTo>
                  <a:lnTo>
                    <a:pt x="0" y="565403"/>
                  </a:lnTo>
                  <a:close/>
                </a:path>
              </a:pathLst>
            </a:custGeom>
            <a:ln w="7620">
              <a:solidFill>
                <a:srgbClr val="9C2D0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45179" y="4468367"/>
              <a:ext cx="1508759" cy="754380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3345179" y="4468367"/>
            <a:ext cx="1508760" cy="754380"/>
          </a:xfrm>
          <a:prstGeom prst="rect">
            <a:avLst/>
          </a:prstGeom>
          <a:ln w="7620">
            <a:solidFill>
              <a:srgbClr val="9C2D0F"/>
            </a:solidFill>
          </a:ln>
        </p:spPr>
        <p:txBody>
          <a:bodyPr wrap="square" lIns="0" tIns="146050" rIns="0" bIns="0" rtlCol="0" vert="horz">
            <a:spAutoFit/>
          </a:bodyPr>
          <a:lstStyle/>
          <a:p>
            <a:pPr marL="76200" marR="458470">
              <a:lnSpc>
                <a:spcPct val="102800"/>
              </a:lnSpc>
              <a:spcBef>
                <a:spcPts val="1150"/>
              </a:spcBef>
            </a:pPr>
            <a:r>
              <a:rPr dirty="0" sz="1450" spc="150">
                <a:solidFill>
                  <a:srgbClr val="FFFFFF"/>
                </a:solidFill>
                <a:latin typeface="Trebuchet MS"/>
                <a:cs typeface="Trebuchet MS"/>
              </a:rPr>
              <a:t>Manual </a:t>
            </a:r>
            <a:r>
              <a:rPr dirty="0" sz="1450" spc="70">
                <a:solidFill>
                  <a:srgbClr val="FFFFFF"/>
                </a:solidFill>
                <a:latin typeface="Trebuchet MS"/>
                <a:cs typeface="Trebuchet MS"/>
              </a:rPr>
              <a:t>Processing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647444"/>
            <a:ext cx="1313815" cy="419100"/>
          </a:xfrm>
          <a:custGeom>
            <a:avLst/>
            <a:gdLst/>
            <a:ahLst/>
            <a:cxnLst/>
            <a:rect l="l" t="t" r="r" b="b"/>
            <a:pathLst>
              <a:path w="1313815" h="419100">
                <a:moveTo>
                  <a:pt x="1110996" y="419100"/>
                </a:moveTo>
                <a:lnTo>
                  <a:pt x="1028700" y="419100"/>
                </a:lnTo>
                <a:lnTo>
                  <a:pt x="0" y="416061"/>
                </a:lnTo>
                <a:lnTo>
                  <a:pt x="0" y="138684"/>
                </a:lnTo>
                <a:lnTo>
                  <a:pt x="1524" y="0"/>
                </a:lnTo>
                <a:lnTo>
                  <a:pt x="1028700" y="1524"/>
                </a:lnTo>
                <a:lnTo>
                  <a:pt x="1106424" y="1524"/>
                </a:lnTo>
                <a:lnTo>
                  <a:pt x="1110996" y="6096"/>
                </a:lnTo>
                <a:lnTo>
                  <a:pt x="1114044" y="6096"/>
                </a:lnTo>
                <a:lnTo>
                  <a:pt x="1114044" y="9144"/>
                </a:lnTo>
                <a:lnTo>
                  <a:pt x="1118616" y="9144"/>
                </a:lnTo>
                <a:lnTo>
                  <a:pt x="1307592" y="198120"/>
                </a:lnTo>
                <a:lnTo>
                  <a:pt x="1311878" y="204073"/>
                </a:lnTo>
                <a:lnTo>
                  <a:pt x="1313307" y="210312"/>
                </a:lnTo>
                <a:lnTo>
                  <a:pt x="1311878" y="216550"/>
                </a:lnTo>
                <a:lnTo>
                  <a:pt x="1307592" y="222504"/>
                </a:lnTo>
                <a:lnTo>
                  <a:pt x="1117092" y="413004"/>
                </a:lnTo>
                <a:lnTo>
                  <a:pt x="1115568" y="413004"/>
                </a:lnTo>
                <a:lnTo>
                  <a:pt x="1114044" y="414528"/>
                </a:lnTo>
                <a:lnTo>
                  <a:pt x="1110996" y="419100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dirty="0" spc="190"/>
              <a:t>Proposed</a:t>
            </a:r>
            <a:r>
              <a:rPr dirty="0" spc="-65"/>
              <a:t> </a:t>
            </a:r>
            <a:r>
              <a:rPr dirty="0" spc="95"/>
              <a:t>System</a:t>
            </a:r>
            <a:r>
              <a:rPr dirty="0" spc="-95"/>
              <a:t> </a:t>
            </a:r>
            <a:r>
              <a:rPr dirty="0" spc="390"/>
              <a:t>–</a:t>
            </a:r>
            <a:r>
              <a:rPr dirty="0" spc="-45"/>
              <a:t> </a:t>
            </a:r>
            <a:r>
              <a:rPr dirty="0" spc="80"/>
              <a:t>Smart</a:t>
            </a:r>
            <a:r>
              <a:rPr dirty="0" spc="-70"/>
              <a:t> </a:t>
            </a:r>
            <a:r>
              <a:rPr dirty="0" spc="245"/>
              <a:t>Chain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2361438" y="2925317"/>
            <a:ext cx="5575300" cy="946785"/>
            <a:chOff x="2361438" y="2925317"/>
            <a:chExt cx="5575300" cy="946785"/>
          </a:xfrm>
        </p:grpSpPr>
        <p:sp>
          <p:nvSpPr>
            <p:cNvPr id="5" name="object 5" descr=""/>
            <p:cNvSpPr/>
            <p:nvPr/>
          </p:nvSpPr>
          <p:spPr>
            <a:xfrm>
              <a:off x="2368296" y="2932175"/>
              <a:ext cx="5561330" cy="932815"/>
            </a:xfrm>
            <a:custGeom>
              <a:avLst/>
              <a:gdLst/>
              <a:ahLst/>
              <a:cxnLst/>
              <a:rect l="l" t="t" r="r" b="b"/>
              <a:pathLst>
                <a:path w="5561330" h="932814">
                  <a:moveTo>
                    <a:pt x="5405628" y="932687"/>
                  </a:moveTo>
                  <a:lnTo>
                    <a:pt x="155448" y="932687"/>
                  </a:lnTo>
                  <a:lnTo>
                    <a:pt x="106509" y="924714"/>
                  </a:lnTo>
                  <a:lnTo>
                    <a:pt x="63861" y="902549"/>
                  </a:lnTo>
                  <a:lnTo>
                    <a:pt x="30138" y="868826"/>
                  </a:lnTo>
                  <a:lnTo>
                    <a:pt x="7973" y="826178"/>
                  </a:lnTo>
                  <a:lnTo>
                    <a:pt x="0" y="777239"/>
                  </a:lnTo>
                  <a:lnTo>
                    <a:pt x="0" y="155448"/>
                  </a:lnTo>
                  <a:lnTo>
                    <a:pt x="7973" y="106509"/>
                  </a:lnTo>
                  <a:lnTo>
                    <a:pt x="30138" y="63861"/>
                  </a:lnTo>
                  <a:lnTo>
                    <a:pt x="63861" y="30138"/>
                  </a:lnTo>
                  <a:lnTo>
                    <a:pt x="106509" y="7973"/>
                  </a:lnTo>
                  <a:lnTo>
                    <a:pt x="155448" y="0"/>
                  </a:lnTo>
                  <a:lnTo>
                    <a:pt x="5405628" y="0"/>
                  </a:lnTo>
                  <a:lnTo>
                    <a:pt x="5454566" y="7973"/>
                  </a:lnTo>
                  <a:lnTo>
                    <a:pt x="5497214" y="30138"/>
                  </a:lnTo>
                  <a:lnTo>
                    <a:pt x="5530937" y="63861"/>
                  </a:lnTo>
                  <a:lnTo>
                    <a:pt x="5553102" y="106509"/>
                  </a:lnTo>
                  <a:lnTo>
                    <a:pt x="5561076" y="155448"/>
                  </a:lnTo>
                  <a:lnTo>
                    <a:pt x="5561076" y="777239"/>
                  </a:lnTo>
                  <a:lnTo>
                    <a:pt x="5553102" y="826178"/>
                  </a:lnTo>
                  <a:lnTo>
                    <a:pt x="5530937" y="868826"/>
                  </a:lnTo>
                  <a:lnTo>
                    <a:pt x="5497214" y="902549"/>
                  </a:lnTo>
                  <a:lnTo>
                    <a:pt x="5454566" y="924714"/>
                  </a:lnTo>
                  <a:lnTo>
                    <a:pt x="5405628" y="932687"/>
                  </a:lnTo>
                  <a:close/>
                </a:path>
              </a:pathLst>
            </a:custGeom>
            <a:solidFill>
              <a:srgbClr val="756E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368296" y="2932175"/>
              <a:ext cx="5561330" cy="932815"/>
            </a:xfrm>
            <a:custGeom>
              <a:avLst/>
              <a:gdLst/>
              <a:ahLst/>
              <a:cxnLst/>
              <a:rect l="l" t="t" r="r" b="b"/>
              <a:pathLst>
                <a:path w="5561330" h="932814">
                  <a:moveTo>
                    <a:pt x="0" y="155448"/>
                  </a:moveTo>
                  <a:lnTo>
                    <a:pt x="7973" y="106509"/>
                  </a:lnTo>
                  <a:lnTo>
                    <a:pt x="30138" y="63861"/>
                  </a:lnTo>
                  <a:lnTo>
                    <a:pt x="63861" y="30138"/>
                  </a:lnTo>
                  <a:lnTo>
                    <a:pt x="106509" y="7973"/>
                  </a:lnTo>
                  <a:lnTo>
                    <a:pt x="155448" y="0"/>
                  </a:lnTo>
                  <a:lnTo>
                    <a:pt x="5405628" y="0"/>
                  </a:lnTo>
                  <a:lnTo>
                    <a:pt x="5454566" y="7973"/>
                  </a:lnTo>
                  <a:lnTo>
                    <a:pt x="5497214" y="30138"/>
                  </a:lnTo>
                  <a:lnTo>
                    <a:pt x="5530937" y="63861"/>
                  </a:lnTo>
                  <a:lnTo>
                    <a:pt x="5553102" y="106509"/>
                  </a:lnTo>
                  <a:lnTo>
                    <a:pt x="5561076" y="155448"/>
                  </a:lnTo>
                  <a:lnTo>
                    <a:pt x="5561076" y="777239"/>
                  </a:lnTo>
                  <a:lnTo>
                    <a:pt x="5553102" y="826178"/>
                  </a:lnTo>
                  <a:lnTo>
                    <a:pt x="5530937" y="868826"/>
                  </a:lnTo>
                  <a:lnTo>
                    <a:pt x="5497214" y="902549"/>
                  </a:lnTo>
                  <a:lnTo>
                    <a:pt x="5454566" y="924714"/>
                  </a:lnTo>
                  <a:lnTo>
                    <a:pt x="5405628" y="932687"/>
                  </a:lnTo>
                  <a:lnTo>
                    <a:pt x="155448" y="932687"/>
                  </a:lnTo>
                  <a:lnTo>
                    <a:pt x="106509" y="924714"/>
                  </a:lnTo>
                  <a:lnTo>
                    <a:pt x="63861" y="902549"/>
                  </a:lnTo>
                  <a:lnTo>
                    <a:pt x="30138" y="868826"/>
                  </a:lnTo>
                  <a:lnTo>
                    <a:pt x="7973" y="826178"/>
                  </a:lnTo>
                  <a:lnTo>
                    <a:pt x="0" y="777239"/>
                  </a:lnTo>
                  <a:lnTo>
                    <a:pt x="0" y="155448"/>
                  </a:lnTo>
                  <a:close/>
                </a:path>
              </a:pathLst>
            </a:custGeom>
            <a:ln w="13716">
              <a:solidFill>
                <a:srgbClr val="E2E9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2361438" y="3926585"/>
            <a:ext cx="5575300" cy="946785"/>
            <a:chOff x="2361438" y="3926585"/>
            <a:chExt cx="5575300" cy="946785"/>
          </a:xfrm>
        </p:grpSpPr>
        <p:sp>
          <p:nvSpPr>
            <p:cNvPr id="8" name="object 8" descr=""/>
            <p:cNvSpPr/>
            <p:nvPr/>
          </p:nvSpPr>
          <p:spPr>
            <a:xfrm>
              <a:off x="2368296" y="3933443"/>
              <a:ext cx="5561330" cy="932815"/>
            </a:xfrm>
            <a:custGeom>
              <a:avLst/>
              <a:gdLst/>
              <a:ahLst/>
              <a:cxnLst/>
              <a:rect l="l" t="t" r="r" b="b"/>
              <a:pathLst>
                <a:path w="5561330" h="932814">
                  <a:moveTo>
                    <a:pt x="5405628" y="932687"/>
                  </a:moveTo>
                  <a:lnTo>
                    <a:pt x="155448" y="932687"/>
                  </a:lnTo>
                  <a:lnTo>
                    <a:pt x="106509" y="924714"/>
                  </a:lnTo>
                  <a:lnTo>
                    <a:pt x="63861" y="902549"/>
                  </a:lnTo>
                  <a:lnTo>
                    <a:pt x="30138" y="868826"/>
                  </a:lnTo>
                  <a:lnTo>
                    <a:pt x="7973" y="826178"/>
                  </a:lnTo>
                  <a:lnTo>
                    <a:pt x="0" y="777239"/>
                  </a:lnTo>
                  <a:lnTo>
                    <a:pt x="0" y="155448"/>
                  </a:lnTo>
                  <a:lnTo>
                    <a:pt x="7973" y="106509"/>
                  </a:lnTo>
                  <a:lnTo>
                    <a:pt x="30138" y="63861"/>
                  </a:lnTo>
                  <a:lnTo>
                    <a:pt x="63861" y="30138"/>
                  </a:lnTo>
                  <a:lnTo>
                    <a:pt x="106509" y="7973"/>
                  </a:lnTo>
                  <a:lnTo>
                    <a:pt x="155448" y="0"/>
                  </a:lnTo>
                  <a:lnTo>
                    <a:pt x="5405628" y="0"/>
                  </a:lnTo>
                  <a:lnTo>
                    <a:pt x="5454566" y="7973"/>
                  </a:lnTo>
                  <a:lnTo>
                    <a:pt x="5497214" y="30138"/>
                  </a:lnTo>
                  <a:lnTo>
                    <a:pt x="5530937" y="63861"/>
                  </a:lnTo>
                  <a:lnTo>
                    <a:pt x="5553102" y="106509"/>
                  </a:lnTo>
                  <a:lnTo>
                    <a:pt x="5561076" y="155448"/>
                  </a:lnTo>
                  <a:lnTo>
                    <a:pt x="5561076" y="777239"/>
                  </a:lnTo>
                  <a:lnTo>
                    <a:pt x="5553102" y="826178"/>
                  </a:lnTo>
                  <a:lnTo>
                    <a:pt x="5530937" y="868826"/>
                  </a:lnTo>
                  <a:lnTo>
                    <a:pt x="5497214" y="902549"/>
                  </a:lnTo>
                  <a:lnTo>
                    <a:pt x="5454566" y="924714"/>
                  </a:lnTo>
                  <a:lnTo>
                    <a:pt x="5405628" y="932687"/>
                  </a:lnTo>
                  <a:close/>
                </a:path>
              </a:pathLst>
            </a:custGeom>
            <a:solidFill>
              <a:srgbClr val="756E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368296" y="3933443"/>
              <a:ext cx="5561330" cy="932815"/>
            </a:xfrm>
            <a:custGeom>
              <a:avLst/>
              <a:gdLst/>
              <a:ahLst/>
              <a:cxnLst/>
              <a:rect l="l" t="t" r="r" b="b"/>
              <a:pathLst>
                <a:path w="5561330" h="932814">
                  <a:moveTo>
                    <a:pt x="0" y="155448"/>
                  </a:moveTo>
                  <a:lnTo>
                    <a:pt x="7973" y="106509"/>
                  </a:lnTo>
                  <a:lnTo>
                    <a:pt x="30138" y="63861"/>
                  </a:lnTo>
                  <a:lnTo>
                    <a:pt x="63861" y="30138"/>
                  </a:lnTo>
                  <a:lnTo>
                    <a:pt x="106509" y="7973"/>
                  </a:lnTo>
                  <a:lnTo>
                    <a:pt x="155448" y="0"/>
                  </a:lnTo>
                  <a:lnTo>
                    <a:pt x="5405628" y="0"/>
                  </a:lnTo>
                  <a:lnTo>
                    <a:pt x="5454566" y="7973"/>
                  </a:lnTo>
                  <a:lnTo>
                    <a:pt x="5497214" y="30138"/>
                  </a:lnTo>
                  <a:lnTo>
                    <a:pt x="5530937" y="63861"/>
                  </a:lnTo>
                  <a:lnTo>
                    <a:pt x="5553102" y="106509"/>
                  </a:lnTo>
                  <a:lnTo>
                    <a:pt x="5561076" y="155448"/>
                  </a:lnTo>
                  <a:lnTo>
                    <a:pt x="5561076" y="777239"/>
                  </a:lnTo>
                  <a:lnTo>
                    <a:pt x="5553102" y="826178"/>
                  </a:lnTo>
                  <a:lnTo>
                    <a:pt x="5530937" y="868826"/>
                  </a:lnTo>
                  <a:lnTo>
                    <a:pt x="5497214" y="902549"/>
                  </a:lnTo>
                  <a:lnTo>
                    <a:pt x="5454566" y="924714"/>
                  </a:lnTo>
                  <a:lnTo>
                    <a:pt x="5405628" y="932687"/>
                  </a:lnTo>
                  <a:lnTo>
                    <a:pt x="155448" y="932687"/>
                  </a:lnTo>
                  <a:lnTo>
                    <a:pt x="106509" y="924714"/>
                  </a:lnTo>
                  <a:lnTo>
                    <a:pt x="63861" y="902549"/>
                  </a:lnTo>
                  <a:lnTo>
                    <a:pt x="30138" y="868826"/>
                  </a:lnTo>
                  <a:lnTo>
                    <a:pt x="7973" y="826178"/>
                  </a:lnTo>
                  <a:lnTo>
                    <a:pt x="0" y="777239"/>
                  </a:lnTo>
                  <a:lnTo>
                    <a:pt x="0" y="155448"/>
                  </a:lnTo>
                  <a:close/>
                </a:path>
              </a:pathLst>
            </a:custGeom>
            <a:ln w="13716">
              <a:solidFill>
                <a:srgbClr val="E2E9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2361438" y="4927854"/>
            <a:ext cx="5575300" cy="946785"/>
            <a:chOff x="2361438" y="4927854"/>
            <a:chExt cx="5575300" cy="946785"/>
          </a:xfrm>
        </p:grpSpPr>
        <p:sp>
          <p:nvSpPr>
            <p:cNvPr id="11" name="object 11" descr=""/>
            <p:cNvSpPr/>
            <p:nvPr/>
          </p:nvSpPr>
          <p:spPr>
            <a:xfrm>
              <a:off x="2368296" y="4934712"/>
              <a:ext cx="5561330" cy="932815"/>
            </a:xfrm>
            <a:custGeom>
              <a:avLst/>
              <a:gdLst/>
              <a:ahLst/>
              <a:cxnLst/>
              <a:rect l="l" t="t" r="r" b="b"/>
              <a:pathLst>
                <a:path w="5561330" h="932814">
                  <a:moveTo>
                    <a:pt x="5405628" y="932687"/>
                  </a:moveTo>
                  <a:lnTo>
                    <a:pt x="155448" y="932687"/>
                  </a:lnTo>
                  <a:lnTo>
                    <a:pt x="106509" y="924714"/>
                  </a:lnTo>
                  <a:lnTo>
                    <a:pt x="63861" y="902549"/>
                  </a:lnTo>
                  <a:lnTo>
                    <a:pt x="30138" y="868826"/>
                  </a:lnTo>
                  <a:lnTo>
                    <a:pt x="7973" y="826178"/>
                  </a:lnTo>
                  <a:lnTo>
                    <a:pt x="0" y="777239"/>
                  </a:lnTo>
                  <a:lnTo>
                    <a:pt x="0" y="155448"/>
                  </a:lnTo>
                  <a:lnTo>
                    <a:pt x="7973" y="106509"/>
                  </a:lnTo>
                  <a:lnTo>
                    <a:pt x="30138" y="63861"/>
                  </a:lnTo>
                  <a:lnTo>
                    <a:pt x="63861" y="30138"/>
                  </a:lnTo>
                  <a:lnTo>
                    <a:pt x="106509" y="7973"/>
                  </a:lnTo>
                  <a:lnTo>
                    <a:pt x="155448" y="0"/>
                  </a:lnTo>
                  <a:lnTo>
                    <a:pt x="5405628" y="0"/>
                  </a:lnTo>
                  <a:lnTo>
                    <a:pt x="5454566" y="7973"/>
                  </a:lnTo>
                  <a:lnTo>
                    <a:pt x="5497214" y="30138"/>
                  </a:lnTo>
                  <a:lnTo>
                    <a:pt x="5530937" y="63861"/>
                  </a:lnTo>
                  <a:lnTo>
                    <a:pt x="5553102" y="106509"/>
                  </a:lnTo>
                  <a:lnTo>
                    <a:pt x="5561076" y="155448"/>
                  </a:lnTo>
                  <a:lnTo>
                    <a:pt x="5561076" y="777239"/>
                  </a:lnTo>
                  <a:lnTo>
                    <a:pt x="5553102" y="826178"/>
                  </a:lnTo>
                  <a:lnTo>
                    <a:pt x="5530937" y="868826"/>
                  </a:lnTo>
                  <a:lnTo>
                    <a:pt x="5497214" y="902549"/>
                  </a:lnTo>
                  <a:lnTo>
                    <a:pt x="5454566" y="924714"/>
                  </a:lnTo>
                  <a:lnTo>
                    <a:pt x="5405628" y="932687"/>
                  </a:lnTo>
                  <a:close/>
                </a:path>
              </a:pathLst>
            </a:custGeom>
            <a:solidFill>
              <a:srgbClr val="756E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368296" y="4934712"/>
              <a:ext cx="5561330" cy="932815"/>
            </a:xfrm>
            <a:custGeom>
              <a:avLst/>
              <a:gdLst/>
              <a:ahLst/>
              <a:cxnLst/>
              <a:rect l="l" t="t" r="r" b="b"/>
              <a:pathLst>
                <a:path w="5561330" h="932814">
                  <a:moveTo>
                    <a:pt x="0" y="155448"/>
                  </a:moveTo>
                  <a:lnTo>
                    <a:pt x="7973" y="106509"/>
                  </a:lnTo>
                  <a:lnTo>
                    <a:pt x="30138" y="63861"/>
                  </a:lnTo>
                  <a:lnTo>
                    <a:pt x="63861" y="30138"/>
                  </a:lnTo>
                  <a:lnTo>
                    <a:pt x="106509" y="7973"/>
                  </a:lnTo>
                  <a:lnTo>
                    <a:pt x="155448" y="0"/>
                  </a:lnTo>
                  <a:lnTo>
                    <a:pt x="5405628" y="0"/>
                  </a:lnTo>
                  <a:lnTo>
                    <a:pt x="5454566" y="7973"/>
                  </a:lnTo>
                  <a:lnTo>
                    <a:pt x="5497214" y="30138"/>
                  </a:lnTo>
                  <a:lnTo>
                    <a:pt x="5530937" y="63861"/>
                  </a:lnTo>
                  <a:lnTo>
                    <a:pt x="5553102" y="106509"/>
                  </a:lnTo>
                  <a:lnTo>
                    <a:pt x="5561076" y="155448"/>
                  </a:lnTo>
                  <a:lnTo>
                    <a:pt x="5561076" y="777239"/>
                  </a:lnTo>
                  <a:lnTo>
                    <a:pt x="5553102" y="826178"/>
                  </a:lnTo>
                  <a:lnTo>
                    <a:pt x="5530937" y="868826"/>
                  </a:lnTo>
                  <a:lnTo>
                    <a:pt x="5497214" y="902549"/>
                  </a:lnTo>
                  <a:lnTo>
                    <a:pt x="5454566" y="924714"/>
                  </a:lnTo>
                  <a:lnTo>
                    <a:pt x="5405628" y="932687"/>
                  </a:lnTo>
                  <a:lnTo>
                    <a:pt x="155448" y="932687"/>
                  </a:lnTo>
                  <a:lnTo>
                    <a:pt x="106509" y="924714"/>
                  </a:lnTo>
                  <a:lnTo>
                    <a:pt x="63861" y="902549"/>
                  </a:lnTo>
                  <a:lnTo>
                    <a:pt x="30138" y="868826"/>
                  </a:lnTo>
                  <a:lnTo>
                    <a:pt x="7973" y="826178"/>
                  </a:lnTo>
                  <a:lnTo>
                    <a:pt x="0" y="777239"/>
                  </a:lnTo>
                  <a:lnTo>
                    <a:pt x="0" y="155448"/>
                  </a:lnTo>
                  <a:close/>
                </a:path>
              </a:pathLst>
            </a:custGeom>
            <a:ln w="13716">
              <a:solidFill>
                <a:srgbClr val="E2E9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35"/>
              </a:spcBef>
            </a:pPr>
            <a:r>
              <a:rPr dirty="0" spc="114"/>
              <a:t>Blockchain-</a:t>
            </a:r>
            <a:r>
              <a:rPr dirty="0" spc="270"/>
              <a:t>backed</a:t>
            </a:r>
            <a:r>
              <a:rPr dirty="0" spc="125"/>
              <a:t> </a:t>
            </a:r>
            <a:r>
              <a:rPr dirty="0"/>
              <a:t>rental</a:t>
            </a:r>
            <a:r>
              <a:rPr dirty="0" spc="114"/>
              <a:t> </a:t>
            </a:r>
            <a:r>
              <a:rPr dirty="0" spc="60"/>
              <a:t>records.</a:t>
            </a:r>
          </a:p>
          <a:p>
            <a:pPr marL="37465">
              <a:lnSpc>
                <a:spcPct val="100000"/>
              </a:lnSpc>
              <a:spcBef>
                <a:spcPts val="2335"/>
              </a:spcBef>
            </a:pPr>
          </a:p>
          <a:p>
            <a:pPr marL="50165">
              <a:lnSpc>
                <a:spcPct val="100000"/>
              </a:lnSpc>
            </a:pPr>
            <a:r>
              <a:rPr dirty="0" spc="70"/>
              <a:t>Smart</a:t>
            </a:r>
            <a:r>
              <a:rPr dirty="0" spc="-30"/>
              <a:t> </a:t>
            </a:r>
            <a:r>
              <a:rPr dirty="0" spc="140"/>
              <a:t>contract</a:t>
            </a:r>
            <a:r>
              <a:rPr dirty="0" spc="-30"/>
              <a:t> </a:t>
            </a:r>
            <a:r>
              <a:rPr dirty="0" spc="105"/>
              <a:t>automation.</a:t>
            </a:r>
          </a:p>
          <a:p>
            <a:pPr marL="37465">
              <a:lnSpc>
                <a:spcPct val="100000"/>
              </a:lnSpc>
              <a:spcBef>
                <a:spcPts val="1360"/>
              </a:spcBef>
            </a:pPr>
          </a:p>
          <a:p>
            <a:pPr marL="50165" marR="1337310">
              <a:lnSpc>
                <a:spcPts val="2570"/>
              </a:lnSpc>
            </a:pPr>
            <a:r>
              <a:rPr dirty="0" spc="114"/>
              <a:t>Decentralized</a:t>
            </a:r>
            <a:r>
              <a:rPr dirty="0" spc="80"/>
              <a:t> </a:t>
            </a:r>
            <a:r>
              <a:rPr dirty="0"/>
              <a:t>identity </a:t>
            </a:r>
            <a:r>
              <a:rPr dirty="0" spc="110"/>
              <a:t>via </a:t>
            </a:r>
            <a:r>
              <a:rPr dirty="0" spc="175"/>
              <a:t>MetaMask.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647444"/>
            <a:ext cx="1313815" cy="419100"/>
          </a:xfrm>
          <a:custGeom>
            <a:avLst/>
            <a:gdLst/>
            <a:ahLst/>
            <a:cxnLst/>
            <a:rect l="l" t="t" r="r" b="b"/>
            <a:pathLst>
              <a:path w="1313815" h="419100">
                <a:moveTo>
                  <a:pt x="1110996" y="419100"/>
                </a:moveTo>
                <a:lnTo>
                  <a:pt x="1028700" y="419100"/>
                </a:lnTo>
                <a:lnTo>
                  <a:pt x="0" y="416061"/>
                </a:lnTo>
                <a:lnTo>
                  <a:pt x="0" y="138684"/>
                </a:lnTo>
                <a:lnTo>
                  <a:pt x="1524" y="0"/>
                </a:lnTo>
                <a:lnTo>
                  <a:pt x="1028700" y="1524"/>
                </a:lnTo>
                <a:lnTo>
                  <a:pt x="1106424" y="1524"/>
                </a:lnTo>
                <a:lnTo>
                  <a:pt x="1110996" y="6096"/>
                </a:lnTo>
                <a:lnTo>
                  <a:pt x="1114044" y="6096"/>
                </a:lnTo>
                <a:lnTo>
                  <a:pt x="1114044" y="9144"/>
                </a:lnTo>
                <a:lnTo>
                  <a:pt x="1118616" y="9144"/>
                </a:lnTo>
                <a:lnTo>
                  <a:pt x="1307592" y="198120"/>
                </a:lnTo>
                <a:lnTo>
                  <a:pt x="1311878" y="204073"/>
                </a:lnTo>
                <a:lnTo>
                  <a:pt x="1313307" y="210312"/>
                </a:lnTo>
                <a:lnTo>
                  <a:pt x="1311878" y="216550"/>
                </a:lnTo>
                <a:lnTo>
                  <a:pt x="1307592" y="222504"/>
                </a:lnTo>
                <a:lnTo>
                  <a:pt x="1117092" y="413004"/>
                </a:lnTo>
                <a:lnTo>
                  <a:pt x="1115568" y="413004"/>
                </a:lnTo>
                <a:lnTo>
                  <a:pt x="1114044" y="414528"/>
                </a:lnTo>
                <a:lnTo>
                  <a:pt x="1110996" y="419100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dirty="0" spc="95"/>
              <a:t>System</a:t>
            </a:r>
            <a:r>
              <a:rPr dirty="0" spc="-60"/>
              <a:t> </a:t>
            </a:r>
            <a:r>
              <a:rPr dirty="0" spc="90"/>
              <a:t>Architecture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510033" y="3465747"/>
            <a:ext cx="1456690" cy="61785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68300" indent="-368935">
              <a:lnSpc>
                <a:spcPts val="2300"/>
              </a:lnSpc>
              <a:spcBef>
                <a:spcPts val="245"/>
              </a:spcBef>
            </a:pPr>
            <a:r>
              <a:rPr dirty="0" sz="2150" spc="100">
                <a:solidFill>
                  <a:srgbClr val="FFFFFF"/>
                </a:solidFill>
                <a:latin typeface="Trebuchet MS"/>
                <a:cs typeface="Trebuchet MS"/>
              </a:rPr>
              <a:t>Blockchain </a:t>
            </a:r>
            <a:r>
              <a:rPr dirty="0" sz="2150" spc="50">
                <a:solidFill>
                  <a:srgbClr val="FFFFFF"/>
                </a:solidFill>
                <a:latin typeface="Trebuchet MS"/>
                <a:cs typeface="Trebuchet MS"/>
              </a:rPr>
              <a:t>Layer</a:t>
            </a:r>
            <a:endParaRPr sz="215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8295" y="3270503"/>
            <a:ext cx="1737360" cy="104241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497333" y="3445188"/>
            <a:ext cx="1482090" cy="64579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381000" marR="5080" indent="-368935">
              <a:lnSpc>
                <a:spcPts val="2300"/>
              </a:lnSpc>
              <a:spcBef>
                <a:spcPts val="405"/>
              </a:spcBef>
            </a:pPr>
            <a:r>
              <a:rPr dirty="0" sz="2150" spc="100">
                <a:solidFill>
                  <a:srgbClr val="FFFFFF"/>
                </a:solidFill>
                <a:latin typeface="Trebuchet MS"/>
                <a:cs typeface="Trebuchet MS"/>
              </a:rPr>
              <a:t>Blockchain </a:t>
            </a:r>
            <a:r>
              <a:rPr dirty="0" sz="2150" spc="50">
                <a:solidFill>
                  <a:srgbClr val="FFFFFF"/>
                </a:solidFill>
                <a:latin typeface="Trebuchet MS"/>
                <a:cs typeface="Trebuchet MS"/>
              </a:rPr>
              <a:t>Layer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550667" y="3320958"/>
            <a:ext cx="1197610" cy="91059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ctr">
              <a:lnSpc>
                <a:spcPts val="2300"/>
              </a:lnSpc>
              <a:spcBef>
                <a:spcPts val="245"/>
              </a:spcBef>
            </a:pPr>
            <a:r>
              <a:rPr dirty="0" sz="2150" spc="-10">
                <a:solidFill>
                  <a:srgbClr val="FFFFFF"/>
                </a:solidFill>
                <a:latin typeface="Trebuchet MS"/>
                <a:cs typeface="Trebuchet MS"/>
              </a:rPr>
              <a:t>Smart </a:t>
            </a:r>
            <a:r>
              <a:rPr dirty="0" sz="2150" spc="114">
                <a:solidFill>
                  <a:srgbClr val="FFFFFF"/>
                </a:solidFill>
                <a:latin typeface="Trebuchet MS"/>
                <a:cs typeface="Trebuchet MS"/>
              </a:rPr>
              <a:t>Contract </a:t>
            </a:r>
            <a:r>
              <a:rPr dirty="0" sz="2150" spc="50">
                <a:solidFill>
                  <a:srgbClr val="FFFFFF"/>
                </a:solidFill>
                <a:latin typeface="Trebuchet MS"/>
                <a:cs typeface="Trebuchet MS"/>
              </a:rPr>
              <a:t>Layer</a:t>
            </a:r>
            <a:endParaRPr sz="2150">
              <a:latin typeface="Trebuchet MS"/>
              <a:cs typeface="Trebuchet MS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0915" y="3270503"/>
            <a:ext cx="1737360" cy="104241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537967" y="3300399"/>
            <a:ext cx="1223010" cy="93853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ctr" marL="12700" marR="5080">
              <a:lnSpc>
                <a:spcPts val="2300"/>
              </a:lnSpc>
              <a:spcBef>
                <a:spcPts val="405"/>
              </a:spcBef>
            </a:pPr>
            <a:r>
              <a:rPr dirty="0" sz="2150" spc="-10">
                <a:solidFill>
                  <a:srgbClr val="FFFFFF"/>
                </a:solidFill>
                <a:latin typeface="Trebuchet MS"/>
                <a:cs typeface="Trebuchet MS"/>
              </a:rPr>
              <a:t>Smart </a:t>
            </a:r>
            <a:r>
              <a:rPr dirty="0" sz="2150" spc="114">
                <a:solidFill>
                  <a:srgbClr val="FFFFFF"/>
                </a:solidFill>
                <a:latin typeface="Trebuchet MS"/>
                <a:cs typeface="Trebuchet MS"/>
              </a:rPr>
              <a:t>Contract </a:t>
            </a:r>
            <a:r>
              <a:rPr dirty="0" sz="2150" spc="50">
                <a:solidFill>
                  <a:srgbClr val="FFFFFF"/>
                </a:solidFill>
                <a:latin typeface="Trebuchet MS"/>
                <a:cs typeface="Trebuchet MS"/>
              </a:rPr>
              <a:t>Layer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39818" y="3320958"/>
            <a:ext cx="1443355" cy="91059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ctr" indent="1905">
              <a:lnSpc>
                <a:spcPts val="2300"/>
              </a:lnSpc>
              <a:spcBef>
                <a:spcPts val="245"/>
              </a:spcBef>
            </a:pPr>
            <a:r>
              <a:rPr dirty="0" sz="2150" spc="-10">
                <a:solidFill>
                  <a:srgbClr val="FFFFFF"/>
                </a:solidFill>
                <a:latin typeface="Trebuchet MS"/>
                <a:cs typeface="Trebuchet MS"/>
              </a:rPr>
              <a:t>Ethers.js </a:t>
            </a:r>
            <a:r>
              <a:rPr dirty="0" sz="2150" spc="45">
                <a:solidFill>
                  <a:srgbClr val="FFFFFF"/>
                </a:solidFill>
                <a:latin typeface="Trebuchet MS"/>
                <a:cs typeface="Trebuchet MS"/>
              </a:rPr>
              <a:t>Integration </a:t>
            </a:r>
            <a:r>
              <a:rPr dirty="0" sz="2150" spc="50">
                <a:solidFill>
                  <a:srgbClr val="FFFFFF"/>
                </a:solidFill>
                <a:latin typeface="Trebuchet MS"/>
                <a:cs typeface="Trebuchet MS"/>
              </a:rPr>
              <a:t>Layer</a:t>
            </a:r>
            <a:endParaRPr sz="2150">
              <a:latin typeface="Trebuchet MS"/>
              <a:cs typeface="Trebuchet MS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92011" y="3270503"/>
            <a:ext cx="1737359" cy="1042416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6327118" y="3300399"/>
            <a:ext cx="1468755" cy="93853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ctr" marL="12065" marR="5080" indent="1905">
              <a:lnSpc>
                <a:spcPts val="2300"/>
              </a:lnSpc>
              <a:spcBef>
                <a:spcPts val="405"/>
              </a:spcBef>
            </a:pPr>
            <a:r>
              <a:rPr dirty="0" sz="2150" spc="-10">
                <a:solidFill>
                  <a:srgbClr val="FFFFFF"/>
                </a:solidFill>
                <a:latin typeface="Trebuchet MS"/>
                <a:cs typeface="Trebuchet MS"/>
              </a:rPr>
              <a:t>Ethers.js </a:t>
            </a:r>
            <a:r>
              <a:rPr dirty="0" sz="2150" spc="45">
                <a:solidFill>
                  <a:srgbClr val="FFFFFF"/>
                </a:solidFill>
                <a:latin typeface="Trebuchet MS"/>
                <a:cs typeface="Trebuchet MS"/>
              </a:rPr>
              <a:t>Integration </a:t>
            </a:r>
            <a:r>
              <a:rPr dirty="0" sz="2150" spc="50">
                <a:solidFill>
                  <a:srgbClr val="FFFFFF"/>
                </a:solidFill>
                <a:latin typeface="Trebuchet MS"/>
                <a:cs typeface="Trebuchet MS"/>
              </a:rPr>
              <a:t>Layer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444169" y="4683468"/>
            <a:ext cx="1494155" cy="61785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89890" indent="-390525">
              <a:lnSpc>
                <a:spcPts val="2300"/>
              </a:lnSpc>
              <a:spcBef>
                <a:spcPts val="245"/>
              </a:spcBef>
            </a:pPr>
            <a:r>
              <a:rPr dirty="0" sz="2150" spc="70">
                <a:solidFill>
                  <a:srgbClr val="FFFFFF"/>
                </a:solidFill>
                <a:latin typeface="Trebuchet MS"/>
                <a:cs typeface="Trebuchet MS"/>
              </a:rPr>
              <a:t>Frontend</a:t>
            </a:r>
            <a:r>
              <a:rPr dirty="0" sz="21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50" spc="-60">
                <a:solidFill>
                  <a:srgbClr val="FFFFFF"/>
                </a:solidFill>
                <a:latin typeface="Trebuchet MS"/>
                <a:cs typeface="Trebuchet MS"/>
              </a:rPr>
              <a:t>UI </a:t>
            </a:r>
            <a:r>
              <a:rPr dirty="0" sz="2150" spc="40">
                <a:solidFill>
                  <a:srgbClr val="FFFFFF"/>
                </a:solidFill>
                <a:latin typeface="Trebuchet MS"/>
                <a:cs typeface="Trebuchet MS"/>
              </a:rPr>
              <a:t>Layer</a:t>
            </a:r>
            <a:endParaRPr sz="2150">
              <a:latin typeface="Trebuchet MS"/>
              <a:cs typeface="Trebuchet MS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23844" y="4486655"/>
            <a:ext cx="1738884" cy="1042415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3431469" y="4662909"/>
            <a:ext cx="1519555" cy="64579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402590" marR="5080" indent="-390525">
              <a:lnSpc>
                <a:spcPts val="2300"/>
              </a:lnSpc>
              <a:spcBef>
                <a:spcPts val="405"/>
              </a:spcBef>
            </a:pPr>
            <a:r>
              <a:rPr dirty="0" sz="2150" spc="70">
                <a:solidFill>
                  <a:srgbClr val="FFFFFF"/>
                </a:solidFill>
                <a:latin typeface="Trebuchet MS"/>
                <a:cs typeface="Trebuchet MS"/>
              </a:rPr>
              <a:t>Frontend</a:t>
            </a:r>
            <a:r>
              <a:rPr dirty="0" sz="215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50" spc="-55">
                <a:solidFill>
                  <a:srgbClr val="FFFFFF"/>
                </a:solidFill>
                <a:latin typeface="Trebuchet MS"/>
                <a:cs typeface="Trebuchet MS"/>
              </a:rPr>
              <a:t>UI </a:t>
            </a:r>
            <a:r>
              <a:rPr dirty="0" sz="2150" spc="40">
                <a:solidFill>
                  <a:srgbClr val="FFFFFF"/>
                </a:solidFill>
                <a:latin typeface="Trebuchet MS"/>
                <a:cs typeface="Trebuchet MS"/>
              </a:rPr>
              <a:t>Layer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413274" y="4537213"/>
            <a:ext cx="1383665" cy="91059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algn="ctr">
              <a:lnSpc>
                <a:spcPts val="2300"/>
              </a:lnSpc>
              <a:spcBef>
                <a:spcPts val="245"/>
              </a:spcBef>
            </a:pPr>
            <a:r>
              <a:rPr dirty="0" sz="2150" spc="180">
                <a:solidFill>
                  <a:srgbClr val="FFFFFF"/>
                </a:solidFill>
                <a:latin typeface="Trebuchet MS"/>
                <a:cs typeface="Trebuchet MS"/>
              </a:rPr>
              <a:t>MetaMask </a:t>
            </a:r>
            <a:r>
              <a:rPr dirty="0" sz="2150" spc="-10">
                <a:solidFill>
                  <a:srgbClr val="FFFFFF"/>
                </a:solidFill>
                <a:latin typeface="Trebuchet MS"/>
                <a:cs typeface="Trebuchet MS"/>
              </a:rPr>
              <a:t>Identity </a:t>
            </a:r>
            <a:r>
              <a:rPr dirty="0" sz="2150" spc="50">
                <a:solidFill>
                  <a:srgbClr val="FFFFFF"/>
                </a:solidFill>
                <a:latin typeface="Trebuchet MS"/>
                <a:cs typeface="Trebuchet MS"/>
              </a:rPr>
              <a:t>Layer</a:t>
            </a:r>
            <a:endParaRPr sz="2150">
              <a:latin typeface="Trebuchet MS"/>
              <a:cs typeface="Trebuchet MS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36464" y="4486655"/>
            <a:ext cx="1737359" cy="1042415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400574" y="4516654"/>
            <a:ext cx="1409065" cy="93853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ctr" marL="12700" marR="5080">
              <a:lnSpc>
                <a:spcPts val="2300"/>
              </a:lnSpc>
              <a:spcBef>
                <a:spcPts val="405"/>
              </a:spcBef>
            </a:pPr>
            <a:r>
              <a:rPr dirty="0" sz="2150" spc="180">
                <a:solidFill>
                  <a:srgbClr val="FFFFFF"/>
                </a:solidFill>
                <a:latin typeface="Trebuchet MS"/>
                <a:cs typeface="Trebuchet MS"/>
              </a:rPr>
              <a:t>MetaMask </a:t>
            </a:r>
            <a:r>
              <a:rPr dirty="0" sz="2150" spc="-10">
                <a:solidFill>
                  <a:srgbClr val="FFFFFF"/>
                </a:solidFill>
                <a:latin typeface="Trebuchet MS"/>
                <a:cs typeface="Trebuchet MS"/>
              </a:rPr>
              <a:t>Identity </a:t>
            </a:r>
            <a:r>
              <a:rPr dirty="0" sz="2150" spc="50">
                <a:solidFill>
                  <a:srgbClr val="FFFFFF"/>
                </a:solidFill>
                <a:latin typeface="Trebuchet MS"/>
                <a:cs typeface="Trebuchet MS"/>
              </a:rPr>
              <a:t>Layer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647444"/>
            <a:ext cx="1313815" cy="419100"/>
          </a:xfrm>
          <a:custGeom>
            <a:avLst/>
            <a:gdLst/>
            <a:ahLst/>
            <a:cxnLst/>
            <a:rect l="l" t="t" r="r" b="b"/>
            <a:pathLst>
              <a:path w="1313815" h="419100">
                <a:moveTo>
                  <a:pt x="1110996" y="419100"/>
                </a:moveTo>
                <a:lnTo>
                  <a:pt x="1028700" y="419100"/>
                </a:lnTo>
                <a:lnTo>
                  <a:pt x="0" y="416061"/>
                </a:lnTo>
                <a:lnTo>
                  <a:pt x="0" y="138684"/>
                </a:lnTo>
                <a:lnTo>
                  <a:pt x="1524" y="0"/>
                </a:lnTo>
                <a:lnTo>
                  <a:pt x="1028700" y="1524"/>
                </a:lnTo>
                <a:lnTo>
                  <a:pt x="1106424" y="1524"/>
                </a:lnTo>
                <a:lnTo>
                  <a:pt x="1110996" y="6096"/>
                </a:lnTo>
                <a:lnTo>
                  <a:pt x="1114044" y="6096"/>
                </a:lnTo>
                <a:lnTo>
                  <a:pt x="1114044" y="9144"/>
                </a:lnTo>
                <a:lnTo>
                  <a:pt x="1118616" y="9144"/>
                </a:lnTo>
                <a:lnTo>
                  <a:pt x="1307592" y="198120"/>
                </a:lnTo>
                <a:lnTo>
                  <a:pt x="1311878" y="204073"/>
                </a:lnTo>
                <a:lnTo>
                  <a:pt x="1313307" y="210312"/>
                </a:lnTo>
                <a:lnTo>
                  <a:pt x="1311878" y="216550"/>
                </a:lnTo>
                <a:lnTo>
                  <a:pt x="1307592" y="222504"/>
                </a:lnTo>
                <a:lnTo>
                  <a:pt x="1117092" y="413004"/>
                </a:lnTo>
                <a:lnTo>
                  <a:pt x="1115568" y="413004"/>
                </a:lnTo>
                <a:lnTo>
                  <a:pt x="1114044" y="414528"/>
                </a:lnTo>
                <a:lnTo>
                  <a:pt x="1110996" y="419100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0"/>
              <a:t>Architecture</a:t>
            </a:r>
            <a:r>
              <a:rPr dirty="0" spc="-85"/>
              <a:t> </a:t>
            </a:r>
            <a:r>
              <a:rPr dirty="0" spc="225"/>
              <a:t>Diagram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6044" y="2808732"/>
            <a:ext cx="1508759" cy="75437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876044" y="2808732"/>
            <a:ext cx="1508760" cy="754380"/>
          </a:xfrm>
          <a:prstGeom prst="rect">
            <a:avLst/>
          </a:prstGeom>
          <a:ln w="7620">
            <a:solidFill>
              <a:srgbClr val="9C2D0F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endParaRPr sz="1450">
              <a:latin typeface="Times New Roman"/>
              <a:cs typeface="Times New Roman"/>
            </a:endParaRPr>
          </a:p>
          <a:p>
            <a:pPr marL="75565">
              <a:lnSpc>
                <a:spcPct val="100000"/>
              </a:lnSpc>
            </a:pPr>
            <a:r>
              <a:rPr dirty="0" sz="1450" spc="65">
                <a:solidFill>
                  <a:srgbClr val="FFFFFF"/>
                </a:solidFill>
                <a:latin typeface="Trebuchet MS"/>
                <a:cs typeface="Trebuchet MS"/>
              </a:rPr>
              <a:t>Frontend</a:t>
            </a: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25">
                <a:solidFill>
                  <a:srgbClr val="FFFFFF"/>
                </a:solidFill>
                <a:latin typeface="Trebuchet MS"/>
                <a:cs typeface="Trebuchet MS"/>
              </a:rPr>
              <a:t>UI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876044" y="3551682"/>
            <a:ext cx="1508760" cy="1203325"/>
            <a:chOff x="1876044" y="3551682"/>
            <a:chExt cx="1508760" cy="120332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51531" y="3820160"/>
              <a:ext cx="377951" cy="18796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7722" y="3551682"/>
              <a:ext cx="385571" cy="460247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351531" y="3555492"/>
              <a:ext cx="378460" cy="452755"/>
            </a:xfrm>
            <a:custGeom>
              <a:avLst/>
              <a:gdLst/>
              <a:ahLst/>
              <a:cxnLst/>
              <a:rect l="l" t="t" r="r" b="b"/>
              <a:pathLst>
                <a:path w="378460" h="452754">
                  <a:moveTo>
                    <a:pt x="0" y="263651"/>
                  </a:moveTo>
                  <a:lnTo>
                    <a:pt x="94487" y="263651"/>
                  </a:lnTo>
                  <a:lnTo>
                    <a:pt x="94487" y="0"/>
                  </a:lnTo>
                  <a:lnTo>
                    <a:pt x="283464" y="0"/>
                  </a:lnTo>
                  <a:lnTo>
                    <a:pt x="283464" y="263651"/>
                  </a:lnTo>
                  <a:lnTo>
                    <a:pt x="377951" y="263651"/>
                  </a:lnTo>
                  <a:lnTo>
                    <a:pt x="188975" y="452627"/>
                  </a:lnTo>
                  <a:lnTo>
                    <a:pt x="0" y="263651"/>
                  </a:lnTo>
                  <a:close/>
                </a:path>
              </a:pathLst>
            </a:custGeom>
            <a:ln w="7620">
              <a:solidFill>
                <a:srgbClr val="9C2D0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6044" y="4000500"/>
              <a:ext cx="1508759" cy="754380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876044" y="4000500"/>
            <a:ext cx="1508760" cy="754380"/>
          </a:xfrm>
          <a:prstGeom prst="rect">
            <a:avLst/>
          </a:prstGeom>
          <a:ln w="7620">
            <a:solidFill>
              <a:srgbClr val="9C2D0F"/>
            </a:solidFill>
          </a:ln>
        </p:spPr>
        <p:txBody>
          <a:bodyPr wrap="square" lIns="0" tIns="5206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 sz="1450">
              <a:latin typeface="Times New Roman"/>
              <a:cs typeface="Times New Roman"/>
            </a:endParaRPr>
          </a:p>
          <a:p>
            <a:pPr marL="75565">
              <a:lnSpc>
                <a:spcPct val="100000"/>
              </a:lnSpc>
            </a:pPr>
            <a:r>
              <a:rPr dirty="0" sz="1450" spc="-10">
                <a:solidFill>
                  <a:srgbClr val="FFFFFF"/>
                </a:solidFill>
                <a:latin typeface="Trebuchet MS"/>
                <a:cs typeface="Trebuchet MS"/>
              </a:rPr>
              <a:t>Ethers.js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876044" y="4751070"/>
            <a:ext cx="1508760" cy="1210945"/>
            <a:chOff x="1876044" y="4751070"/>
            <a:chExt cx="1508760" cy="1210945"/>
          </a:xfrm>
        </p:grpSpPr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70988" y="5019547"/>
              <a:ext cx="188975" cy="18796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78202" y="4751070"/>
              <a:ext cx="385572" cy="460247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2382011" y="4754880"/>
              <a:ext cx="378460" cy="452755"/>
            </a:xfrm>
            <a:custGeom>
              <a:avLst/>
              <a:gdLst/>
              <a:ahLst/>
              <a:cxnLst/>
              <a:rect l="l" t="t" r="r" b="b"/>
              <a:pathLst>
                <a:path w="378460" h="452754">
                  <a:moveTo>
                    <a:pt x="0" y="263651"/>
                  </a:moveTo>
                  <a:lnTo>
                    <a:pt x="94487" y="263651"/>
                  </a:lnTo>
                  <a:lnTo>
                    <a:pt x="94487" y="0"/>
                  </a:lnTo>
                  <a:lnTo>
                    <a:pt x="283463" y="0"/>
                  </a:lnTo>
                  <a:lnTo>
                    <a:pt x="283463" y="263651"/>
                  </a:lnTo>
                  <a:lnTo>
                    <a:pt x="377952" y="263651"/>
                  </a:lnTo>
                  <a:lnTo>
                    <a:pt x="188976" y="452627"/>
                  </a:lnTo>
                  <a:lnTo>
                    <a:pt x="0" y="263651"/>
                  </a:lnTo>
                  <a:close/>
                </a:path>
              </a:pathLst>
            </a:custGeom>
            <a:ln w="7620">
              <a:solidFill>
                <a:srgbClr val="9C2D0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6044" y="5207507"/>
              <a:ext cx="1508759" cy="75438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876044" y="5207507"/>
            <a:ext cx="1508760" cy="754380"/>
          </a:xfrm>
          <a:prstGeom prst="rect">
            <a:avLst/>
          </a:prstGeom>
          <a:ln w="7620">
            <a:solidFill>
              <a:srgbClr val="9C2D0F"/>
            </a:solidFill>
          </a:ln>
        </p:spPr>
        <p:txBody>
          <a:bodyPr wrap="square" lIns="0" tIns="144780" rIns="0" bIns="0" rtlCol="0" vert="horz">
            <a:spAutoFit/>
          </a:bodyPr>
          <a:lstStyle/>
          <a:p>
            <a:pPr marL="75565" marR="521970">
              <a:lnSpc>
                <a:spcPct val="102800"/>
              </a:lnSpc>
              <a:spcBef>
                <a:spcPts val="1140"/>
              </a:spcBef>
            </a:pPr>
            <a:r>
              <a:rPr dirty="0" sz="1450" spc="45">
                <a:solidFill>
                  <a:srgbClr val="FFFFFF"/>
                </a:solidFill>
                <a:latin typeface="Trebuchet MS"/>
                <a:cs typeface="Trebuchet MS"/>
              </a:rPr>
              <a:t>Smart </a:t>
            </a:r>
            <a:r>
              <a:rPr dirty="0" sz="1450" spc="85">
                <a:solidFill>
                  <a:srgbClr val="FFFFFF"/>
                </a:solidFill>
                <a:latin typeface="Trebuchet MS"/>
                <a:cs typeface="Trebuchet MS"/>
              </a:rPr>
              <a:t>Contracts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647444"/>
            <a:ext cx="1313815" cy="419100"/>
          </a:xfrm>
          <a:custGeom>
            <a:avLst/>
            <a:gdLst/>
            <a:ahLst/>
            <a:cxnLst/>
            <a:rect l="l" t="t" r="r" b="b"/>
            <a:pathLst>
              <a:path w="1313815" h="419100">
                <a:moveTo>
                  <a:pt x="1110996" y="419100"/>
                </a:moveTo>
                <a:lnTo>
                  <a:pt x="1028700" y="419100"/>
                </a:lnTo>
                <a:lnTo>
                  <a:pt x="0" y="416061"/>
                </a:lnTo>
                <a:lnTo>
                  <a:pt x="0" y="138684"/>
                </a:lnTo>
                <a:lnTo>
                  <a:pt x="1524" y="0"/>
                </a:lnTo>
                <a:lnTo>
                  <a:pt x="1028700" y="1524"/>
                </a:lnTo>
                <a:lnTo>
                  <a:pt x="1106424" y="1524"/>
                </a:lnTo>
                <a:lnTo>
                  <a:pt x="1110996" y="6096"/>
                </a:lnTo>
                <a:lnTo>
                  <a:pt x="1114044" y="6096"/>
                </a:lnTo>
                <a:lnTo>
                  <a:pt x="1114044" y="9144"/>
                </a:lnTo>
                <a:lnTo>
                  <a:pt x="1118616" y="9144"/>
                </a:lnTo>
                <a:lnTo>
                  <a:pt x="1307592" y="198120"/>
                </a:lnTo>
                <a:lnTo>
                  <a:pt x="1311878" y="204073"/>
                </a:lnTo>
                <a:lnTo>
                  <a:pt x="1313307" y="210312"/>
                </a:lnTo>
                <a:lnTo>
                  <a:pt x="1311878" y="216550"/>
                </a:lnTo>
                <a:lnTo>
                  <a:pt x="1307592" y="222504"/>
                </a:lnTo>
                <a:lnTo>
                  <a:pt x="1117092" y="413004"/>
                </a:lnTo>
                <a:lnTo>
                  <a:pt x="1115568" y="413004"/>
                </a:lnTo>
                <a:lnTo>
                  <a:pt x="1114044" y="414528"/>
                </a:lnTo>
                <a:lnTo>
                  <a:pt x="1110996" y="419100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dirty="0" spc="240"/>
              <a:t>Methodology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452091" y="3492673"/>
            <a:ext cx="1569085" cy="56959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313690" indent="-314325">
              <a:lnSpc>
                <a:spcPts val="2120"/>
              </a:lnSpc>
              <a:spcBef>
                <a:spcPts val="225"/>
              </a:spcBef>
            </a:pPr>
            <a:r>
              <a:rPr dirty="0" sz="1950" spc="85">
                <a:solidFill>
                  <a:srgbClr val="FFFFFF"/>
                </a:solidFill>
                <a:latin typeface="Trebuchet MS"/>
                <a:cs typeface="Trebuchet MS"/>
              </a:rPr>
              <a:t>Requirement </a:t>
            </a:r>
            <a:r>
              <a:rPr dirty="0" sz="1950" spc="45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endParaRPr sz="195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8295" y="3270503"/>
            <a:ext cx="1737360" cy="104241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439391" y="3472729"/>
            <a:ext cx="1594485" cy="59690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326390" marR="5080" indent="-314325">
              <a:lnSpc>
                <a:spcPts val="2120"/>
              </a:lnSpc>
              <a:spcBef>
                <a:spcPts val="380"/>
              </a:spcBef>
            </a:pPr>
            <a:r>
              <a:rPr dirty="0" sz="1950" spc="85">
                <a:solidFill>
                  <a:srgbClr val="FFFFFF"/>
                </a:solidFill>
                <a:latin typeface="Trebuchet MS"/>
                <a:cs typeface="Trebuchet MS"/>
              </a:rPr>
              <a:t>Requirement </a:t>
            </a:r>
            <a:r>
              <a:rPr dirty="0" sz="1950" spc="45">
                <a:solidFill>
                  <a:srgbClr val="FFFFFF"/>
                </a:solidFill>
                <a:latin typeface="Trebuchet MS"/>
                <a:cs typeface="Trebuchet MS"/>
              </a:rPr>
              <a:t>Analysis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594892" y="3358472"/>
            <a:ext cx="1106170" cy="83820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algn="ctr" indent="-1270">
              <a:lnSpc>
                <a:spcPct val="90500"/>
              </a:lnSpc>
              <a:spcBef>
                <a:spcPts val="195"/>
              </a:spcBef>
            </a:pPr>
            <a:r>
              <a:rPr dirty="0" sz="1950" spc="50">
                <a:solidFill>
                  <a:srgbClr val="FFFFFF"/>
                </a:solidFill>
                <a:latin typeface="Trebuchet MS"/>
                <a:cs typeface="Trebuchet MS"/>
              </a:rPr>
              <a:t>Smart </a:t>
            </a:r>
            <a:r>
              <a:rPr dirty="0" sz="1950" spc="125">
                <a:solidFill>
                  <a:srgbClr val="FFFFFF"/>
                </a:solidFill>
                <a:latin typeface="Trebuchet MS"/>
                <a:cs typeface="Trebuchet MS"/>
              </a:rPr>
              <a:t>Contract </a:t>
            </a:r>
            <a:r>
              <a:rPr dirty="0" sz="1950" spc="90">
                <a:solidFill>
                  <a:srgbClr val="FFFFFF"/>
                </a:solidFill>
                <a:latin typeface="Trebuchet MS"/>
                <a:cs typeface="Trebuchet MS"/>
              </a:rPr>
              <a:t>Planning</a:t>
            </a:r>
            <a:endParaRPr sz="1950">
              <a:latin typeface="Trebuchet MS"/>
              <a:cs typeface="Trebuchet MS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0915" y="3270503"/>
            <a:ext cx="1737360" cy="1042416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582192" y="3338528"/>
            <a:ext cx="1131570" cy="86550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algn="ctr" marL="12065" marR="5080" indent="-1270">
              <a:lnSpc>
                <a:spcPct val="90500"/>
              </a:lnSpc>
              <a:spcBef>
                <a:spcPts val="350"/>
              </a:spcBef>
            </a:pPr>
            <a:r>
              <a:rPr dirty="0" sz="1950" spc="50">
                <a:solidFill>
                  <a:srgbClr val="FFFFFF"/>
                </a:solidFill>
                <a:latin typeface="Trebuchet MS"/>
                <a:cs typeface="Trebuchet MS"/>
              </a:rPr>
              <a:t>Smart </a:t>
            </a:r>
            <a:r>
              <a:rPr dirty="0" sz="1950" spc="125">
                <a:solidFill>
                  <a:srgbClr val="FFFFFF"/>
                </a:solidFill>
                <a:latin typeface="Trebuchet MS"/>
                <a:cs typeface="Trebuchet MS"/>
              </a:rPr>
              <a:t>Contract </a:t>
            </a:r>
            <a:r>
              <a:rPr dirty="0" sz="1950" spc="90">
                <a:solidFill>
                  <a:srgbClr val="FFFFFF"/>
                </a:solidFill>
                <a:latin typeface="Trebuchet MS"/>
                <a:cs typeface="Trebuchet MS"/>
              </a:rPr>
              <a:t>Planning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557695" y="3492673"/>
            <a:ext cx="1003300" cy="56959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53670" indent="-154305">
              <a:lnSpc>
                <a:spcPts val="2120"/>
              </a:lnSpc>
              <a:spcBef>
                <a:spcPts val="225"/>
              </a:spcBef>
            </a:pPr>
            <a:r>
              <a:rPr dirty="0" sz="1950" spc="105">
                <a:solidFill>
                  <a:srgbClr val="FFFFFF"/>
                </a:solidFill>
                <a:latin typeface="Trebuchet MS"/>
                <a:cs typeface="Trebuchet MS"/>
              </a:rPr>
              <a:t>Hardhat </a:t>
            </a:r>
            <a:r>
              <a:rPr dirty="0" sz="1950" spc="100">
                <a:solidFill>
                  <a:srgbClr val="FFFFFF"/>
                </a:solidFill>
                <a:latin typeface="Trebuchet MS"/>
                <a:cs typeface="Trebuchet MS"/>
              </a:rPr>
              <a:t>Setup</a:t>
            </a:r>
            <a:endParaRPr sz="1950">
              <a:latin typeface="Trebuchet MS"/>
              <a:cs typeface="Trebuchet MS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92011" y="3270503"/>
            <a:ext cx="1737359" cy="1042416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6544995" y="3472729"/>
            <a:ext cx="1028700" cy="59690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66370" marR="5080" indent="-154305">
              <a:lnSpc>
                <a:spcPts val="2120"/>
              </a:lnSpc>
              <a:spcBef>
                <a:spcPts val="380"/>
              </a:spcBef>
            </a:pPr>
            <a:r>
              <a:rPr dirty="0" sz="1950" spc="105">
                <a:solidFill>
                  <a:srgbClr val="FFFFFF"/>
                </a:solidFill>
                <a:latin typeface="Trebuchet MS"/>
                <a:cs typeface="Trebuchet MS"/>
              </a:rPr>
              <a:t>Hardhat </a:t>
            </a:r>
            <a:r>
              <a:rPr dirty="0" sz="1950" spc="100">
                <a:solidFill>
                  <a:srgbClr val="FFFFFF"/>
                </a:solidFill>
                <a:latin typeface="Trebuchet MS"/>
                <a:cs typeface="Trebuchet MS"/>
              </a:rPr>
              <a:t>Setup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526561" y="4708712"/>
            <a:ext cx="1332865" cy="56959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indent="120014">
              <a:lnSpc>
                <a:spcPts val="2120"/>
              </a:lnSpc>
              <a:spcBef>
                <a:spcPts val="225"/>
              </a:spcBef>
            </a:pPr>
            <a:r>
              <a:rPr dirty="0" sz="1950" spc="70">
                <a:solidFill>
                  <a:srgbClr val="FFFFFF"/>
                </a:solidFill>
                <a:latin typeface="Trebuchet MS"/>
                <a:cs typeface="Trebuchet MS"/>
              </a:rPr>
              <a:t>Frontend </a:t>
            </a:r>
            <a:r>
              <a:rPr dirty="0" sz="1950" spc="60">
                <a:solidFill>
                  <a:srgbClr val="FFFFFF"/>
                </a:solidFill>
                <a:latin typeface="Trebuchet MS"/>
                <a:cs typeface="Trebuchet MS"/>
              </a:rPr>
              <a:t>Integration</a:t>
            </a:r>
            <a:endParaRPr sz="1950">
              <a:latin typeface="Trebuchet MS"/>
              <a:cs typeface="Trebuchet MS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23844" y="4486655"/>
            <a:ext cx="1738884" cy="1042415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3513861" y="4688768"/>
            <a:ext cx="1358265" cy="59690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 marR="5080" indent="120014">
              <a:lnSpc>
                <a:spcPts val="2120"/>
              </a:lnSpc>
              <a:spcBef>
                <a:spcPts val="380"/>
              </a:spcBef>
            </a:pPr>
            <a:r>
              <a:rPr dirty="0" sz="1950" spc="70">
                <a:solidFill>
                  <a:srgbClr val="FFFFFF"/>
                </a:solidFill>
                <a:latin typeface="Trebuchet MS"/>
                <a:cs typeface="Trebuchet MS"/>
              </a:rPr>
              <a:t>Frontend </a:t>
            </a:r>
            <a:r>
              <a:rPr dirty="0" sz="1950" spc="60">
                <a:solidFill>
                  <a:srgbClr val="FFFFFF"/>
                </a:solidFill>
                <a:latin typeface="Trebuchet MS"/>
                <a:cs typeface="Trebuchet MS"/>
              </a:rPr>
              <a:t>Integration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347672" y="4708712"/>
            <a:ext cx="1513840" cy="56959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indent="214629">
              <a:lnSpc>
                <a:spcPts val="2120"/>
              </a:lnSpc>
              <a:spcBef>
                <a:spcPts val="225"/>
              </a:spcBef>
            </a:pPr>
            <a:r>
              <a:rPr dirty="0" sz="1950">
                <a:solidFill>
                  <a:srgbClr val="FFFFFF"/>
                </a:solidFill>
                <a:latin typeface="Trebuchet MS"/>
                <a:cs typeface="Trebuchet MS"/>
              </a:rPr>
              <a:t>Testing</a:t>
            </a:r>
            <a:r>
              <a:rPr dirty="0" sz="19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50" spc="60">
                <a:solidFill>
                  <a:srgbClr val="FFFFFF"/>
                </a:solidFill>
                <a:latin typeface="Trebuchet MS"/>
                <a:cs typeface="Trebuchet MS"/>
              </a:rPr>
              <a:t>&amp; </a:t>
            </a:r>
            <a:r>
              <a:rPr dirty="0" sz="1950" spc="130">
                <a:solidFill>
                  <a:srgbClr val="FFFFFF"/>
                </a:solidFill>
                <a:latin typeface="Trebuchet MS"/>
                <a:cs typeface="Trebuchet MS"/>
              </a:rPr>
              <a:t>Deployment</a:t>
            </a:r>
            <a:endParaRPr sz="1950">
              <a:latin typeface="Trebuchet MS"/>
              <a:cs typeface="Trebuchet MS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36464" y="4486655"/>
            <a:ext cx="1737359" cy="1042415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334972" y="4688768"/>
            <a:ext cx="1539240" cy="59690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 marR="5080" indent="214629">
              <a:lnSpc>
                <a:spcPts val="2120"/>
              </a:lnSpc>
              <a:spcBef>
                <a:spcPts val="380"/>
              </a:spcBef>
            </a:pPr>
            <a:r>
              <a:rPr dirty="0" sz="1950">
                <a:solidFill>
                  <a:srgbClr val="FFFFFF"/>
                </a:solidFill>
                <a:latin typeface="Trebuchet MS"/>
                <a:cs typeface="Trebuchet MS"/>
              </a:rPr>
              <a:t>Testing</a:t>
            </a:r>
            <a:r>
              <a:rPr dirty="0" sz="1950" spc="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50" spc="60">
                <a:solidFill>
                  <a:srgbClr val="FFFFFF"/>
                </a:solidFill>
                <a:latin typeface="Trebuchet MS"/>
                <a:cs typeface="Trebuchet MS"/>
              </a:rPr>
              <a:t>&amp; </a:t>
            </a:r>
            <a:r>
              <a:rPr dirty="0" sz="1950" spc="130">
                <a:solidFill>
                  <a:srgbClr val="FFFFFF"/>
                </a:solidFill>
                <a:latin typeface="Trebuchet MS"/>
                <a:cs typeface="Trebuchet MS"/>
              </a:rPr>
              <a:t>Deployment</a:t>
            </a:r>
            <a:endParaRPr sz="1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65"/>
              <a:t>Workflow</a:t>
            </a:r>
            <a:r>
              <a:rPr dirty="0" spc="-35"/>
              <a:t> </a:t>
            </a:r>
            <a:r>
              <a:rPr dirty="0" spc="229"/>
              <a:t>Diagram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6044" y="3261359"/>
            <a:ext cx="1886712" cy="75438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876044" y="3261359"/>
            <a:ext cx="1887220" cy="754380"/>
          </a:xfrm>
          <a:prstGeom prst="rect">
            <a:avLst/>
          </a:prstGeom>
          <a:ln w="7620">
            <a:solidFill>
              <a:srgbClr val="9C2D0F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endParaRPr sz="1450">
              <a:latin typeface="Times New Roman"/>
              <a:cs typeface="Times New Roman"/>
            </a:endParaRPr>
          </a:p>
          <a:p>
            <a:pPr marL="75565">
              <a:lnSpc>
                <a:spcPct val="100000"/>
              </a:lnSpc>
            </a:pPr>
            <a:r>
              <a:rPr dirty="0" sz="1450" spc="130">
                <a:solidFill>
                  <a:srgbClr val="FFFFFF"/>
                </a:solidFill>
                <a:latin typeface="Trebuchet MS"/>
                <a:cs typeface="Trebuchet MS"/>
              </a:rPr>
              <a:t>Owner</a:t>
            </a:r>
            <a:r>
              <a:rPr dirty="0" sz="145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-50">
                <a:solidFill>
                  <a:srgbClr val="FFFFFF"/>
                </a:solidFill>
                <a:latin typeface="Trebuchet MS"/>
                <a:cs typeface="Trebuchet MS"/>
              </a:rPr>
              <a:t>Lists</a:t>
            </a:r>
            <a:r>
              <a:rPr dirty="0" sz="145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135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9432" y="3607308"/>
            <a:ext cx="1886712" cy="75438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1876044" y="3589782"/>
            <a:ext cx="2645410" cy="1180465"/>
            <a:chOff x="1876044" y="3589782"/>
            <a:chExt cx="2645410" cy="1180465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29683" y="3783330"/>
              <a:ext cx="187451" cy="18668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762756" y="3593592"/>
              <a:ext cx="754380" cy="376555"/>
            </a:xfrm>
            <a:custGeom>
              <a:avLst/>
              <a:gdLst/>
              <a:ahLst/>
              <a:cxnLst/>
              <a:rect l="l" t="t" r="r" b="b"/>
              <a:pathLst>
                <a:path w="754379" h="376554">
                  <a:moveTo>
                    <a:pt x="565403" y="376427"/>
                  </a:moveTo>
                  <a:lnTo>
                    <a:pt x="565403" y="281940"/>
                  </a:lnTo>
                  <a:lnTo>
                    <a:pt x="0" y="281940"/>
                  </a:lnTo>
                  <a:lnTo>
                    <a:pt x="0" y="94488"/>
                  </a:lnTo>
                  <a:lnTo>
                    <a:pt x="565403" y="94488"/>
                  </a:lnTo>
                  <a:lnTo>
                    <a:pt x="565403" y="0"/>
                  </a:lnTo>
                </a:path>
                <a:path w="754379" h="376554">
                  <a:moveTo>
                    <a:pt x="753617" y="188213"/>
                  </a:moveTo>
                  <a:lnTo>
                    <a:pt x="754379" y="188975"/>
                  </a:lnTo>
                  <a:lnTo>
                    <a:pt x="565403" y="376427"/>
                  </a:lnTo>
                </a:path>
              </a:pathLst>
            </a:custGeom>
            <a:ln w="7620">
              <a:solidFill>
                <a:srgbClr val="9C2D0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62755" y="3595116"/>
              <a:ext cx="754379" cy="374903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762755" y="3593592"/>
              <a:ext cx="754380" cy="376555"/>
            </a:xfrm>
            <a:custGeom>
              <a:avLst/>
              <a:gdLst/>
              <a:ahLst/>
              <a:cxnLst/>
              <a:rect l="l" t="t" r="r" b="b"/>
              <a:pathLst>
                <a:path w="754379" h="376554">
                  <a:moveTo>
                    <a:pt x="0" y="94488"/>
                  </a:moveTo>
                  <a:lnTo>
                    <a:pt x="565403" y="94488"/>
                  </a:lnTo>
                  <a:lnTo>
                    <a:pt x="565403" y="0"/>
                  </a:lnTo>
                  <a:lnTo>
                    <a:pt x="754379" y="188975"/>
                  </a:lnTo>
                  <a:lnTo>
                    <a:pt x="565403" y="376427"/>
                  </a:lnTo>
                  <a:lnTo>
                    <a:pt x="565403" y="281940"/>
                  </a:lnTo>
                  <a:lnTo>
                    <a:pt x="0" y="281940"/>
                  </a:lnTo>
                  <a:lnTo>
                    <a:pt x="0" y="94488"/>
                  </a:lnTo>
                  <a:close/>
                </a:path>
              </a:pathLst>
            </a:custGeom>
            <a:ln w="7620">
              <a:solidFill>
                <a:srgbClr val="9C2D0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29683" y="4356354"/>
              <a:ext cx="187451" cy="18668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762756" y="4166616"/>
              <a:ext cx="754380" cy="376555"/>
            </a:xfrm>
            <a:custGeom>
              <a:avLst/>
              <a:gdLst/>
              <a:ahLst/>
              <a:cxnLst/>
              <a:rect l="l" t="t" r="r" b="b"/>
              <a:pathLst>
                <a:path w="754379" h="376554">
                  <a:moveTo>
                    <a:pt x="565403" y="376427"/>
                  </a:moveTo>
                  <a:lnTo>
                    <a:pt x="565403" y="281940"/>
                  </a:lnTo>
                  <a:lnTo>
                    <a:pt x="0" y="281940"/>
                  </a:lnTo>
                  <a:lnTo>
                    <a:pt x="0" y="94487"/>
                  </a:lnTo>
                  <a:lnTo>
                    <a:pt x="565403" y="94487"/>
                  </a:lnTo>
                  <a:lnTo>
                    <a:pt x="565403" y="0"/>
                  </a:lnTo>
                </a:path>
                <a:path w="754379" h="376554">
                  <a:moveTo>
                    <a:pt x="753617" y="188213"/>
                  </a:moveTo>
                  <a:lnTo>
                    <a:pt x="754379" y="188975"/>
                  </a:lnTo>
                  <a:lnTo>
                    <a:pt x="565403" y="376427"/>
                  </a:lnTo>
                </a:path>
              </a:pathLst>
            </a:custGeom>
            <a:ln w="7620">
              <a:solidFill>
                <a:srgbClr val="9C2D0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62755" y="4168140"/>
              <a:ext cx="754379" cy="374903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762755" y="4166616"/>
              <a:ext cx="754380" cy="376555"/>
            </a:xfrm>
            <a:custGeom>
              <a:avLst/>
              <a:gdLst/>
              <a:ahLst/>
              <a:cxnLst/>
              <a:rect l="l" t="t" r="r" b="b"/>
              <a:pathLst>
                <a:path w="754379" h="376554">
                  <a:moveTo>
                    <a:pt x="0" y="94487"/>
                  </a:moveTo>
                  <a:lnTo>
                    <a:pt x="565403" y="94487"/>
                  </a:lnTo>
                  <a:lnTo>
                    <a:pt x="565403" y="0"/>
                  </a:lnTo>
                  <a:lnTo>
                    <a:pt x="754379" y="188975"/>
                  </a:lnTo>
                  <a:lnTo>
                    <a:pt x="565403" y="376427"/>
                  </a:lnTo>
                  <a:lnTo>
                    <a:pt x="565403" y="281940"/>
                  </a:lnTo>
                  <a:lnTo>
                    <a:pt x="0" y="281940"/>
                  </a:lnTo>
                  <a:lnTo>
                    <a:pt x="0" y="94487"/>
                  </a:lnTo>
                  <a:close/>
                </a:path>
              </a:pathLst>
            </a:custGeom>
            <a:ln w="7620">
              <a:solidFill>
                <a:srgbClr val="9C2D0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6044" y="4015740"/>
              <a:ext cx="1886712" cy="754379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4599432" y="3607308"/>
            <a:ext cx="1887220" cy="754380"/>
          </a:xfrm>
          <a:prstGeom prst="rect">
            <a:avLst/>
          </a:prstGeom>
          <a:ln w="7620">
            <a:solidFill>
              <a:srgbClr val="9C2D0F"/>
            </a:solidFill>
          </a:ln>
        </p:spPr>
        <p:txBody>
          <a:bodyPr wrap="square" lIns="0" tIns="533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endParaRPr sz="1450">
              <a:latin typeface="Times New Roman"/>
              <a:cs typeface="Times New Roman"/>
            </a:endParaRPr>
          </a:p>
          <a:p>
            <a:pPr marL="75565">
              <a:lnSpc>
                <a:spcPct val="100000"/>
              </a:lnSpc>
            </a:pPr>
            <a:r>
              <a:rPr dirty="0" sz="1450" spc="50">
                <a:solidFill>
                  <a:srgbClr val="FFFFFF"/>
                </a:solidFill>
                <a:latin typeface="Trebuchet MS"/>
                <a:cs typeface="Trebuchet MS"/>
              </a:rPr>
              <a:t>Renter</a:t>
            </a:r>
            <a:r>
              <a:rPr dirty="0" sz="145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60">
                <a:solidFill>
                  <a:srgbClr val="FFFFFF"/>
                </a:solidFill>
                <a:latin typeface="Trebuchet MS"/>
                <a:cs typeface="Trebuchet MS"/>
              </a:rPr>
              <a:t>Selects</a:t>
            </a:r>
            <a:r>
              <a:rPr dirty="0" sz="145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135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876044" y="4015740"/>
            <a:ext cx="1887220" cy="754380"/>
          </a:xfrm>
          <a:prstGeom prst="rect">
            <a:avLst/>
          </a:prstGeom>
          <a:ln w="7620">
            <a:solidFill>
              <a:srgbClr val="9C2D0F"/>
            </a:solidFill>
          </a:ln>
        </p:spPr>
        <p:txBody>
          <a:bodyPr wrap="square" lIns="0" tIns="144780" rIns="0" bIns="0" rtlCol="0" vert="horz">
            <a:spAutoFit/>
          </a:bodyPr>
          <a:lstStyle/>
          <a:p>
            <a:pPr marL="75565" marR="400685">
              <a:lnSpc>
                <a:spcPct val="102699"/>
              </a:lnSpc>
              <a:spcBef>
                <a:spcPts val="1140"/>
              </a:spcBef>
            </a:pPr>
            <a:r>
              <a:rPr dirty="0" sz="1450" spc="55">
                <a:solidFill>
                  <a:srgbClr val="FFFFFF"/>
                </a:solidFill>
                <a:latin typeface="Trebuchet MS"/>
                <a:cs typeface="Trebuchet MS"/>
              </a:rPr>
              <a:t>Smart</a:t>
            </a:r>
            <a:r>
              <a:rPr dirty="0" sz="145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50" spc="100">
                <a:solidFill>
                  <a:srgbClr val="FFFFFF"/>
                </a:solidFill>
                <a:latin typeface="Trebuchet MS"/>
                <a:cs typeface="Trebuchet MS"/>
              </a:rPr>
              <a:t>Contract </a:t>
            </a:r>
            <a:r>
              <a:rPr dirty="0" sz="1450" spc="65">
                <a:solidFill>
                  <a:srgbClr val="FFFFFF"/>
                </a:solidFill>
                <a:latin typeface="Trebuchet MS"/>
                <a:cs typeface="Trebuchet MS"/>
              </a:rPr>
              <a:t>Validation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647444"/>
            <a:ext cx="1313815" cy="419100"/>
          </a:xfrm>
          <a:custGeom>
            <a:avLst/>
            <a:gdLst/>
            <a:ahLst/>
            <a:cxnLst/>
            <a:rect l="l" t="t" r="r" b="b"/>
            <a:pathLst>
              <a:path w="1313815" h="419100">
                <a:moveTo>
                  <a:pt x="1110996" y="419100"/>
                </a:moveTo>
                <a:lnTo>
                  <a:pt x="1028700" y="419100"/>
                </a:lnTo>
                <a:lnTo>
                  <a:pt x="0" y="416061"/>
                </a:lnTo>
                <a:lnTo>
                  <a:pt x="0" y="138684"/>
                </a:lnTo>
                <a:lnTo>
                  <a:pt x="1524" y="0"/>
                </a:lnTo>
                <a:lnTo>
                  <a:pt x="1028700" y="1524"/>
                </a:lnTo>
                <a:lnTo>
                  <a:pt x="1106424" y="1524"/>
                </a:lnTo>
                <a:lnTo>
                  <a:pt x="1110996" y="6096"/>
                </a:lnTo>
                <a:lnTo>
                  <a:pt x="1114044" y="6096"/>
                </a:lnTo>
                <a:lnTo>
                  <a:pt x="1114044" y="9144"/>
                </a:lnTo>
                <a:lnTo>
                  <a:pt x="1118616" y="9144"/>
                </a:lnTo>
                <a:lnTo>
                  <a:pt x="1307592" y="198120"/>
                </a:lnTo>
                <a:lnTo>
                  <a:pt x="1311878" y="204073"/>
                </a:lnTo>
                <a:lnTo>
                  <a:pt x="1313307" y="210312"/>
                </a:lnTo>
                <a:lnTo>
                  <a:pt x="1311878" y="216550"/>
                </a:lnTo>
                <a:lnTo>
                  <a:pt x="1307592" y="222504"/>
                </a:lnTo>
                <a:lnTo>
                  <a:pt x="1117092" y="413004"/>
                </a:lnTo>
                <a:lnTo>
                  <a:pt x="1115568" y="413004"/>
                </a:lnTo>
                <a:lnTo>
                  <a:pt x="1114044" y="414528"/>
                </a:lnTo>
                <a:lnTo>
                  <a:pt x="1110996" y="419100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734695">
              <a:lnSpc>
                <a:spcPct val="100000"/>
              </a:lnSpc>
              <a:spcBef>
                <a:spcPts val="125"/>
              </a:spcBef>
            </a:pPr>
            <a:r>
              <a:rPr dirty="0" spc="60"/>
              <a:t>Experiments</a:t>
            </a:r>
            <a:r>
              <a:rPr dirty="0" spc="-50"/>
              <a:t> </a:t>
            </a:r>
            <a:r>
              <a:rPr dirty="0" spc="290"/>
              <a:t>Conducted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8919" y="3691127"/>
            <a:ext cx="1776983" cy="133197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209522" y="2995539"/>
            <a:ext cx="1195070" cy="54483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381000" indent="-381635">
              <a:lnSpc>
                <a:spcPts val="2030"/>
              </a:lnSpc>
              <a:spcBef>
                <a:spcPts val="215"/>
              </a:spcBef>
            </a:pPr>
            <a:r>
              <a:rPr dirty="0" sz="1900" spc="165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900" spc="-25">
                <a:solidFill>
                  <a:srgbClr val="FFFFFF"/>
                </a:solidFill>
                <a:latin typeface="Trebuchet MS"/>
                <a:cs typeface="Trebuchet MS"/>
              </a:rPr>
              <a:t> Listing </a:t>
            </a:r>
            <a:r>
              <a:rPr dirty="0" sz="1900" spc="-2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6664" y="2813303"/>
            <a:ext cx="1560575" cy="93573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196822" y="2975902"/>
            <a:ext cx="1220470" cy="57213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393700" marR="5080" indent="-381635">
              <a:lnSpc>
                <a:spcPts val="2030"/>
              </a:lnSpc>
              <a:spcBef>
                <a:spcPts val="370"/>
              </a:spcBef>
            </a:pPr>
            <a:r>
              <a:rPr dirty="0" sz="1900" spc="165">
                <a:solidFill>
                  <a:srgbClr val="FFFFFF"/>
                </a:solidFill>
                <a:latin typeface="Trebuchet MS"/>
                <a:cs typeface="Trebuchet MS"/>
              </a:rPr>
              <a:t>Car</a:t>
            </a:r>
            <a:r>
              <a:rPr dirty="0" sz="19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Trebuchet MS"/>
                <a:cs typeface="Trebuchet MS"/>
              </a:rPr>
              <a:t>Listing Test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32265" y="2865972"/>
            <a:ext cx="982980" cy="80391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ctr" indent="-635">
              <a:lnSpc>
                <a:spcPct val="89200"/>
              </a:lnSpc>
              <a:spcBef>
                <a:spcPts val="185"/>
              </a:spcBef>
            </a:pPr>
            <a:r>
              <a:rPr dirty="0" sz="1900" spc="45">
                <a:solidFill>
                  <a:srgbClr val="FFFFFF"/>
                </a:solidFill>
                <a:latin typeface="Trebuchet MS"/>
                <a:cs typeface="Trebuchet MS"/>
              </a:rPr>
              <a:t>Rental </a:t>
            </a:r>
            <a:r>
              <a:rPr dirty="0" sz="1900" spc="-10">
                <a:solidFill>
                  <a:srgbClr val="FFFFFF"/>
                </a:solidFill>
                <a:latin typeface="Trebuchet MS"/>
                <a:cs typeface="Trebuchet MS"/>
              </a:rPr>
              <a:t>Initiation </a:t>
            </a:r>
            <a:r>
              <a:rPr dirty="0" sz="1900" spc="-2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42688" y="2813303"/>
            <a:ext cx="1560575" cy="93573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019565" y="2846336"/>
            <a:ext cx="1008380" cy="83121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ctr" marL="12700" marR="5080" indent="-635">
              <a:lnSpc>
                <a:spcPct val="89200"/>
              </a:lnSpc>
              <a:spcBef>
                <a:spcPts val="340"/>
              </a:spcBef>
            </a:pPr>
            <a:r>
              <a:rPr dirty="0" sz="1900" spc="45">
                <a:solidFill>
                  <a:srgbClr val="FFFFFF"/>
                </a:solidFill>
                <a:latin typeface="Trebuchet MS"/>
                <a:cs typeface="Trebuchet MS"/>
              </a:rPr>
              <a:t>Rental </a:t>
            </a:r>
            <a:r>
              <a:rPr dirty="0" sz="1900" spc="-10">
                <a:solidFill>
                  <a:srgbClr val="FFFFFF"/>
                </a:solidFill>
                <a:latin typeface="Trebuchet MS"/>
                <a:cs typeface="Trebuchet MS"/>
              </a:rPr>
              <a:t>Initiation </a:t>
            </a:r>
            <a:r>
              <a:rPr dirty="0" sz="1900" spc="-2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284181" y="3958701"/>
            <a:ext cx="1047750" cy="80391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ctr" indent="-635">
              <a:lnSpc>
                <a:spcPct val="89200"/>
              </a:lnSpc>
              <a:spcBef>
                <a:spcPts val="185"/>
              </a:spcBef>
            </a:pPr>
            <a:r>
              <a:rPr dirty="0" sz="1900" spc="60">
                <a:solidFill>
                  <a:srgbClr val="FFFFFF"/>
                </a:solidFill>
                <a:latin typeface="Trebuchet MS"/>
                <a:cs typeface="Trebuchet MS"/>
              </a:rPr>
              <a:t>Escrow </a:t>
            </a:r>
            <a:r>
              <a:rPr dirty="0" sz="1900" spc="100">
                <a:solidFill>
                  <a:srgbClr val="FFFFFF"/>
                </a:solidFill>
                <a:latin typeface="Trebuchet MS"/>
                <a:cs typeface="Trebuchet MS"/>
              </a:rPr>
              <a:t>Payment </a:t>
            </a:r>
            <a:r>
              <a:rPr dirty="0" sz="1900" spc="-2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26664" y="3906011"/>
            <a:ext cx="1560575" cy="935736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3271481" y="3939064"/>
            <a:ext cx="1073150" cy="83121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ctr" marL="12065" marR="5080" indent="-635">
              <a:lnSpc>
                <a:spcPct val="89200"/>
              </a:lnSpc>
              <a:spcBef>
                <a:spcPts val="340"/>
              </a:spcBef>
            </a:pPr>
            <a:r>
              <a:rPr dirty="0" sz="1900" spc="60">
                <a:solidFill>
                  <a:srgbClr val="FFFFFF"/>
                </a:solidFill>
                <a:latin typeface="Trebuchet MS"/>
                <a:cs typeface="Trebuchet MS"/>
              </a:rPr>
              <a:t>Escrow </a:t>
            </a:r>
            <a:r>
              <a:rPr dirty="0" sz="1900" spc="100">
                <a:solidFill>
                  <a:srgbClr val="FFFFFF"/>
                </a:solidFill>
                <a:latin typeface="Trebuchet MS"/>
                <a:cs typeface="Trebuchet MS"/>
              </a:rPr>
              <a:t>Payment </a:t>
            </a:r>
            <a:r>
              <a:rPr dirty="0" sz="1900" spc="-2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98114" y="4088150"/>
            <a:ext cx="1250315" cy="54483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408305" indent="-408940">
              <a:lnSpc>
                <a:spcPts val="2030"/>
              </a:lnSpc>
              <a:spcBef>
                <a:spcPts val="215"/>
              </a:spcBef>
            </a:pP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Return</a:t>
            </a:r>
            <a:r>
              <a:rPr dirty="0" sz="1900" spc="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145">
                <a:solidFill>
                  <a:srgbClr val="FFFFFF"/>
                </a:solidFill>
                <a:latin typeface="Trebuchet MS"/>
                <a:cs typeface="Trebuchet MS"/>
              </a:rPr>
              <a:t>Car </a:t>
            </a:r>
            <a:r>
              <a:rPr dirty="0" sz="1900" spc="-2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42688" y="3906011"/>
            <a:ext cx="1560575" cy="935736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4885414" y="4068513"/>
            <a:ext cx="1275715" cy="57213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421005" marR="5080" indent="-408940">
              <a:lnSpc>
                <a:spcPts val="2030"/>
              </a:lnSpc>
              <a:spcBef>
                <a:spcPts val="370"/>
              </a:spcBef>
            </a:pPr>
            <a:r>
              <a:rPr dirty="0" sz="1900">
                <a:solidFill>
                  <a:srgbClr val="FFFFFF"/>
                </a:solidFill>
                <a:latin typeface="Trebuchet MS"/>
                <a:cs typeface="Trebuchet MS"/>
              </a:rPr>
              <a:t>Return</a:t>
            </a:r>
            <a:r>
              <a:rPr dirty="0" sz="1900" spc="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900" spc="145">
                <a:solidFill>
                  <a:srgbClr val="FFFFFF"/>
                </a:solidFill>
                <a:latin typeface="Trebuchet MS"/>
                <a:cs typeface="Trebuchet MS"/>
              </a:rPr>
              <a:t>Car </a:t>
            </a:r>
            <a:r>
              <a:rPr dirty="0" sz="1900" spc="-20">
                <a:solidFill>
                  <a:srgbClr val="FFFFFF"/>
                </a:solidFill>
                <a:latin typeface="Trebuchet MS"/>
                <a:cs typeface="Trebuchet MS"/>
              </a:rPr>
              <a:t>Test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062989" y="5049784"/>
            <a:ext cx="1203960" cy="80391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89200"/>
              </a:lnSpc>
              <a:spcBef>
                <a:spcPts val="185"/>
              </a:spcBef>
            </a:pPr>
            <a:r>
              <a:rPr dirty="0" sz="1900" spc="-10">
                <a:solidFill>
                  <a:srgbClr val="FFFFFF"/>
                </a:solidFill>
                <a:latin typeface="Trebuchet MS"/>
                <a:cs typeface="Trebuchet MS"/>
              </a:rPr>
              <a:t>Invalid </a:t>
            </a:r>
            <a:r>
              <a:rPr dirty="0" sz="1900" spc="95">
                <a:solidFill>
                  <a:srgbClr val="FFFFFF"/>
                </a:solidFill>
                <a:latin typeface="Trebuchet MS"/>
                <a:cs typeface="Trebuchet MS"/>
              </a:rPr>
              <a:t>Operation </a:t>
            </a:r>
            <a:r>
              <a:rPr dirty="0" sz="1900" spc="-10">
                <a:solidFill>
                  <a:srgbClr val="FFFFFF"/>
                </a:solidFill>
                <a:latin typeface="Trebuchet MS"/>
                <a:cs typeface="Trebuchet MS"/>
              </a:rPr>
              <a:t>Tests</a:t>
            </a:r>
            <a:endParaRPr sz="1900">
              <a:latin typeface="Trebuchet MS"/>
              <a:cs typeface="Trebuchet MS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84676" y="4997196"/>
            <a:ext cx="1560575" cy="935735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4050289" y="5030147"/>
            <a:ext cx="1229360" cy="83121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ctr" marL="12700" marR="5080">
              <a:lnSpc>
                <a:spcPct val="89200"/>
              </a:lnSpc>
              <a:spcBef>
                <a:spcPts val="340"/>
              </a:spcBef>
            </a:pPr>
            <a:r>
              <a:rPr dirty="0" sz="1900" spc="-10">
                <a:solidFill>
                  <a:srgbClr val="FFFFFF"/>
                </a:solidFill>
                <a:latin typeface="Trebuchet MS"/>
                <a:cs typeface="Trebuchet MS"/>
              </a:rPr>
              <a:t>Invalid </a:t>
            </a:r>
            <a:r>
              <a:rPr dirty="0" sz="1900" spc="95">
                <a:solidFill>
                  <a:srgbClr val="FFFFFF"/>
                </a:solidFill>
                <a:latin typeface="Trebuchet MS"/>
                <a:cs typeface="Trebuchet MS"/>
              </a:rPr>
              <a:t>Operation </a:t>
            </a:r>
            <a:r>
              <a:rPr dirty="0" sz="1900" spc="-10">
                <a:solidFill>
                  <a:srgbClr val="FFFFFF"/>
                </a:solidFill>
                <a:latin typeface="Trebuchet MS"/>
                <a:cs typeface="Trebuchet MS"/>
              </a:rPr>
              <a:t>Tests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647444"/>
            <a:ext cx="1313815" cy="419100"/>
          </a:xfrm>
          <a:custGeom>
            <a:avLst/>
            <a:gdLst/>
            <a:ahLst/>
            <a:cxnLst/>
            <a:rect l="l" t="t" r="r" b="b"/>
            <a:pathLst>
              <a:path w="1313815" h="419100">
                <a:moveTo>
                  <a:pt x="1110996" y="419100"/>
                </a:moveTo>
                <a:lnTo>
                  <a:pt x="1028700" y="419100"/>
                </a:lnTo>
                <a:lnTo>
                  <a:pt x="0" y="416061"/>
                </a:lnTo>
                <a:lnTo>
                  <a:pt x="0" y="138684"/>
                </a:lnTo>
                <a:lnTo>
                  <a:pt x="1524" y="0"/>
                </a:lnTo>
                <a:lnTo>
                  <a:pt x="1028700" y="1524"/>
                </a:lnTo>
                <a:lnTo>
                  <a:pt x="1106424" y="1524"/>
                </a:lnTo>
                <a:lnTo>
                  <a:pt x="1110996" y="6096"/>
                </a:lnTo>
                <a:lnTo>
                  <a:pt x="1114044" y="6096"/>
                </a:lnTo>
                <a:lnTo>
                  <a:pt x="1114044" y="9144"/>
                </a:lnTo>
                <a:lnTo>
                  <a:pt x="1118616" y="9144"/>
                </a:lnTo>
                <a:lnTo>
                  <a:pt x="1307592" y="198120"/>
                </a:lnTo>
                <a:lnTo>
                  <a:pt x="1311878" y="204073"/>
                </a:lnTo>
                <a:lnTo>
                  <a:pt x="1313307" y="210312"/>
                </a:lnTo>
                <a:lnTo>
                  <a:pt x="1311878" y="216550"/>
                </a:lnTo>
                <a:lnTo>
                  <a:pt x="1307592" y="222504"/>
                </a:lnTo>
                <a:lnTo>
                  <a:pt x="1117092" y="413004"/>
                </a:lnTo>
                <a:lnTo>
                  <a:pt x="1115568" y="413004"/>
                </a:lnTo>
                <a:lnTo>
                  <a:pt x="1114044" y="414528"/>
                </a:lnTo>
                <a:lnTo>
                  <a:pt x="1110996" y="419100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dirty="0" spc="70"/>
              <a:t>Experiment</a:t>
            </a:r>
            <a:r>
              <a:rPr dirty="0" spc="-45"/>
              <a:t> </a:t>
            </a:r>
            <a:r>
              <a:rPr dirty="0"/>
              <a:t>Results</a:t>
            </a:r>
            <a:r>
              <a:rPr dirty="0" spc="-70"/>
              <a:t> </a:t>
            </a:r>
            <a:r>
              <a:rPr dirty="0" spc="170"/>
              <a:t>Summary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141470" y="2887218"/>
            <a:ext cx="2014855" cy="3025140"/>
            <a:chOff x="4141470" y="2887218"/>
            <a:chExt cx="2014855" cy="3025140"/>
          </a:xfrm>
        </p:grpSpPr>
        <p:sp>
          <p:nvSpPr>
            <p:cNvPr id="5" name="object 5" descr=""/>
            <p:cNvSpPr/>
            <p:nvPr/>
          </p:nvSpPr>
          <p:spPr>
            <a:xfrm>
              <a:off x="4148328" y="2894076"/>
              <a:ext cx="2001520" cy="725805"/>
            </a:xfrm>
            <a:custGeom>
              <a:avLst/>
              <a:gdLst/>
              <a:ahLst/>
              <a:cxnLst/>
              <a:rect l="l" t="t" r="r" b="b"/>
              <a:pathLst>
                <a:path w="2001520" h="725804">
                  <a:moveTo>
                    <a:pt x="1880616" y="725424"/>
                  </a:moveTo>
                  <a:lnTo>
                    <a:pt x="120396" y="725424"/>
                  </a:lnTo>
                  <a:lnTo>
                    <a:pt x="73294" y="715827"/>
                  </a:lnTo>
                  <a:lnTo>
                    <a:pt x="35052" y="689800"/>
                  </a:lnTo>
                  <a:lnTo>
                    <a:pt x="9382" y="651486"/>
                  </a:lnTo>
                  <a:lnTo>
                    <a:pt x="0" y="605028"/>
                  </a:lnTo>
                  <a:lnTo>
                    <a:pt x="0" y="120396"/>
                  </a:ln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880616" y="0"/>
                  </a:lnTo>
                  <a:lnTo>
                    <a:pt x="1927717" y="9382"/>
                  </a:lnTo>
                  <a:lnTo>
                    <a:pt x="1965959" y="35052"/>
                  </a:lnTo>
                  <a:lnTo>
                    <a:pt x="1991629" y="73294"/>
                  </a:lnTo>
                  <a:lnTo>
                    <a:pt x="2001012" y="120396"/>
                  </a:lnTo>
                  <a:lnTo>
                    <a:pt x="2001012" y="605028"/>
                  </a:lnTo>
                  <a:lnTo>
                    <a:pt x="1991629" y="651486"/>
                  </a:lnTo>
                  <a:lnTo>
                    <a:pt x="1965959" y="689800"/>
                  </a:lnTo>
                  <a:lnTo>
                    <a:pt x="1927717" y="715827"/>
                  </a:lnTo>
                  <a:lnTo>
                    <a:pt x="1880616" y="725424"/>
                  </a:lnTo>
                  <a:close/>
                </a:path>
              </a:pathLst>
            </a:custGeom>
            <a:solidFill>
              <a:srgbClr val="91AA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148328" y="2894076"/>
              <a:ext cx="2001520" cy="725805"/>
            </a:xfrm>
            <a:custGeom>
              <a:avLst/>
              <a:gdLst/>
              <a:ahLst/>
              <a:cxnLst/>
              <a:rect l="l" t="t" r="r" b="b"/>
              <a:pathLst>
                <a:path w="2001520" h="725804">
                  <a:moveTo>
                    <a:pt x="0" y="120396"/>
                  </a:move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880616" y="0"/>
                  </a:lnTo>
                  <a:lnTo>
                    <a:pt x="1927717" y="9382"/>
                  </a:lnTo>
                  <a:lnTo>
                    <a:pt x="1965959" y="35052"/>
                  </a:lnTo>
                  <a:lnTo>
                    <a:pt x="1991629" y="73294"/>
                  </a:lnTo>
                  <a:lnTo>
                    <a:pt x="2001012" y="120396"/>
                  </a:lnTo>
                  <a:lnTo>
                    <a:pt x="2001012" y="605028"/>
                  </a:lnTo>
                  <a:lnTo>
                    <a:pt x="1991629" y="651486"/>
                  </a:lnTo>
                  <a:lnTo>
                    <a:pt x="1965959" y="689800"/>
                  </a:lnTo>
                  <a:lnTo>
                    <a:pt x="1927717" y="715827"/>
                  </a:lnTo>
                  <a:lnTo>
                    <a:pt x="1880616" y="725424"/>
                  </a:lnTo>
                  <a:lnTo>
                    <a:pt x="120396" y="725424"/>
                  </a:lnTo>
                  <a:lnTo>
                    <a:pt x="73294" y="715827"/>
                  </a:lnTo>
                  <a:lnTo>
                    <a:pt x="35052" y="689800"/>
                  </a:lnTo>
                  <a:lnTo>
                    <a:pt x="9382" y="651486"/>
                  </a:lnTo>
                  <a:lnTo>
                    <a:pt x="0" y="605028"/>
                  </a:lnTo>
                  <a:lnTo>
                    <a:pt x="0" y="120396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148328" y="3656076"/>
              <a:ext cx="2001520" cy="725805"/>
            </a:xfrm>
            <a:custGeom>
              <a:avLst/>
              <a:gdLst/>
              <a:ahLst/>
              <a:cxnLst/>
              <a:rect l="l" t="t" r="r" b="b"/>
              <a:pathLst>
                <a:path w="2001520" h="725804">
                  <a:moveTo>
                    <a:pt x="1880616" y="725424"/>
                  </a:moveTo>
                  <a:lnTo>
                    <a:pt x="120396" y="725424"/>
                  </a:lnTo>
                  <a:lnTo>
                    <a:pt x="73294" y="715827"/>
                  </a:lnTo>
                  <a:lnTo>
                    <a:pt x="35052" y="689800"/>
                  </a:lnTo>
                  <a:lnTo>
                    <a:pt x="9382" y="651486"/>
                  </a:lnTo>
                  <a:lnTo>
                    <a:pt x="0" y="605028"/>
                  </a:lnTo>
                  <a:lnTo>
                    <a:pt x="0" y="120396"/>
                  </a:ln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880616" y="0"/>
                  </a:lnTo>
                  <a:lnTo>
                    <a:pt x="1927717" y="9382"/>
                  </a:lnTo>
                  <a:lnTo>
                    <a:pt x="1965959" y="35052"/>
                  </a:lnTo>
                  <a:lnTo>
                    <a:pt x="1991629" y="73294"/>
                  </a:lnTo>
                  <a:lnTo>
                    <a:pt x="2001012" y="120396"/>
                  </a:lnTo>
                  <a:lnTo>
                    <a:pt x="2001012" y="605028"/>
                  </a:lnTo>
                  <a:lnTo>
                    <a:pt x="1991629" y="651486"/>
                  </a:lnTo>
                  <a:lnTo>
                    <a:pt x="1965959" y="689800"/>
                  </a:lnTo>
                  <a:lnTo>
                    <a:pt x="1927717" y="715827"/>
                  </a:lnTo>
                  <a:lnTo>
                    <a:pt x="1880616" y="725424"/>
                  </a:lnTo>
                  <a:close/>
                </a:path>
              </a:pathLst>
            </a:custGeom>
            <a:solidFill>
              <a:srgbClr val="6EAC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148328" y="3656076"/>
              <a:ext cx="2001520" cy="725805"/>
            </a:xfrm>
            <a:custGeom>
              <a:avLst/>
              <a:gdLst/>
              <a:ahLst/>
              <a:cxnLst/>
              <a:rect l="l" t="t" r="r" b="b"/>
              <a:pathLst>
                <a:path w="2001520" h="725804">
                  <a:moveTo>
                    <a:pt x="0" y="120396"/>
                  </a:move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880616" y="0"/>
                  </a:lnTo>
                  <a:lnTo>
                    <a:pt x="1927717" y="9382"/>
                  </a:lnTo>
                  <a:lnTo>
                    <a:pt x="1965959" y="35052"/>
                  </a:lnTo>
                  <a:lnTo>
                    <a:pt x="1991629" y="73294"/>
                  </a:lnTo>
                  <a:lnTo>
                    <a:pt x="2001012" y="120396"/>
                  </a:lnTo>
                  <a:lnTo>
                    <a:pt x="2001012" y="605028"/>
                  </a:lnTo>
                  <a:lnTo>
                    <a:pt x="1991629" y="651486"/>
                  </a:lnTo>
                  <a:lnTo>
                    <a:pt x="1965959" y="689800"/>
                  </a:lnTo>
                  <a:lnTo>
                    <a:pt x="1927717" y="715827"/>
                  </a:lnTo>
                  <a:lnTo>
                    <a:pt x="1880616" y="725424"/>
                  </a:lnTo>
                  <a:lnTo>
                    <a:pt x="120396" y="725424"/>
                  </a:lnTo>
                  <a:lnTo>
                    <a:pt x="73294" y="715827"/>
                  </a:lnTo>
                  <a:lnTo>
                    <a:pt x="35052" y="689800"/>
                  </a:lnTo>
                  <a:lnTo>
                    <a:pt x="9382" y="651486"/>
                  </a:lnTo>
                  <a:lnTo>
                    <a:pt x="0" y="605028"/>
                  </a:lnTo>
                  <a:lnTo>
                    <a:pt x="0" y="120396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148328" y="4418076"/>
              <a:ext cx="2001520" cy="725805"/>
            </a:xfrm>
            <a:custGeom>
              <a:avLst/>
              <a:gdLst/>
              <a:ahLst/>
              <a:cxnLst/>
              <a:rect l="l" t="t" r="r" b="b"/>
              <a:pathLst>
                <a:path w="2001520" h="725804">
                  <a:moveTo>
                    <a:pt x="1880616" y="725424"/>
                  </a:moveTo>
                  <a:lnTo>
                    <a:pt x="120396" y="725424"/>
                  </a:lnTo>
                  <a:lnTo>
                    <a:pt x="73294" y="715827"/>
                  </a:lnTo>
                  <a:lnTo>
                    <a:pt x="35052" y="689800"/>
                  </a:lnTo>
                  <a:lnTo>
                    <a:pt x="9382" y="651486"/>
                  </a:lnTo>
                  <a:lnTo>
                    <a:pt x="0" y="605028"/>
                  </a:lnTo>
                  <a:lnTo>
                    <a:pt x="0" y="120396"/>
                  </a:ln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880616" y="0"/>
                  </a:lnTo>
                  <a:lnTo>
                    <a:pt x="1927717" y="9382"/>
                  </a:lnTo>
                  <a:lnTo>
                    <a:pt x="1965959" y="35052"/>
                  </a:lnTo>
                  <a:lnTo>
                    <a:pt x="1991629" y="73294"/>
                  </a:lnTo>
                  <a:lnTo>
                    <a:pt x="2001012" y="120396"/>
                  </a:lnTo>
                  <a:lnTo>
                    <a:pt x="2001012" y="605028"/>
                  </a:lnTo>
                  <a:lnTo>
                    <a:pt x="1991629" y="651486"/>
                  </a:lnTo>
                  <a:lnTo>
                    <a:pt x="1965959" y="689800"/>
                  </a:lnTo>
                  <a:lnTo>
                    <a:pt x="1927717" y="715827"/>
                  </a:lnTo>
                  <a:lnTo>
                    <a:pt x="1880616" y="725424"/>
                  </a:lnTo>
                  <a:close/>
                </a:path>
              </a:pathLst>
            </a:custGeom>
            <a:solidFill>
              <a:srgbClr val="5EAC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148328" y="4418076"/>
              <a:ext cx="2001520" cy="725805"/>
            </a:xfrm>
            <a:custGeom>
              <a:avLst/>
              <a:gdLst/>
              <a:ahLst/>
              <a:cxnLst/>
              <a:rect l="l" t="t" r="r" b="b"/>
              <a:pathLst>
                <a:path w="2001520" h="725804">
                  <a:moveTo>
                    <a:pt x="0" y="120396"/>
                  </a:move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880616" y="0"/>
                  </a:lnTo>
                  <a:lnTo>
                    <a:pt x="1927717" y="9382"/>
                  </a:lnTo>
                  <a:lnTo>
                    <a:pt x="1965959" y="35052"/>
                  </a:lnTo>
                  <a:lnTo>
                    <a:pt x="1991629" y="73294"/>
                  </a:lnTo>
                  <a:lnTo>
                    <a:pt x="2001012" y="120396"/>
                  </a:lnTo>
                  <a:lnTo>
                    <a:pt x="2001012" y="605028"/>
                  </a:lnTo>
                  <a:lnTo>
                    <a:pt x="1991629" y="651486"/>
                  </a:lnTo>
                  <a:lnTo>
                    <a:pt x="1965959" y="689800"/>
                  </a:lnTo>
                  <a:lnTo>
                    <a:pt x="1927717" y="715827"/>
                  </a:lnTo>
                  <a:lnTo>
                    <a:pt x="1880616" y="725424"/>
                  </a:lnTo>
                  <a:lnTo>
                    <a:pt x="120396" y="725424"/>
                  </a:lnTo>
                  <a:lnTo>
                    <a:pt x="73294" y="715827"/>
                  </a:lnTo>
                  <a:lnTo>
                    <a:pt x="35052" y="689800"/>
                  </a:lnTo>
                  <a:lnTo>
                    <a:pt x="9382" y="651486"/>
                  </a:lnTo>
                  <a:lnTo>
                    <a:pt x="0" y="605028"/>
                  </a:lnTo>
                  <a:lnTo>
                    <a:pt x="0" y="120396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148328" y="5180075"/>
              <a:ext cx="2001520" cy="725805"/>
            </a:xfrm>
            <a:custGeom>
              <a:avLst/>
              <a:gdLst/>
              <a:ahLst/>
              <a:cxnLst/>
              <a:rect l="l" t="t" r="r" b="b"/>
              <a:pathLst>
                <a:path w="2001520" h="725804">
                  <a:moveTo>
                    <a:pt x="1880616" y="725424"/>
                  </a:moveTo>
                  <a:lnTo>
                    <a:pt x="120396" y="725424"/>
                  </a:lnTo>
                  <a:lnTo>
                    <a:pt x="73294" y="715827"/>
                  </a:lnTo>
                  <a:lnTo>
                    <a:pt x="35052" y="689800"/>
                  </a:lnTo>
                  <a:lnTo>
                    <a:pt x="9382" y="651486"/>
                  </a:lnTo>
                  <a:lnTo>
                    <a:pt x="0" y="605028"/>
                  </a:lnTo>
                  <a:lnTo>
                    <a:pt x="0" y="120396"/>
                  </a:ln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880616" y="0"/>
                  </a:lnTo>
                  <a:lnTo>
                    <a:pt x="1927717" y="9382"/>
                  </a:lnTo>
                  <a:lnTo>
                    <a:pt x="1965959" y="35052"/>
                  </a:lnTo>
                  <a:lnTo>
                    <a:pt x="1991629" y="73294"/>
                  </a:lnTo>
                  <a:lnTo>
                    <a:pt x="2001012" y="120396"/>
                  </a:lnTo>
                  <a:lnTo>
                    <a:pt x="2001012" y="605028"/>
                  </a:lnTo>
                  <a:lnTo>
                    <a:pt x="1991629" y="651486"/>
                  </a:lnTo>
                  <a:lnTo>
                    <a:pt x="1965959" y="689800"/>
                  </a:lnTo>
                  <a:lnTo>
                    <a:pt x="1927717" y="715827"/>
                  </a:lnTo>
                  <a:lnTo>
                    <a:pt x="1880616" y="725424"/>
                  </a:lnTo>
                  <a:close/>
                </a:path>
              </a:pathLst>
            </a:custGeom>
            <a:solidFill>
              <a:srgbClr val="69AC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148328" y="5180075"/>
              <a:ext cx="2001520" cy="725805"/>
            </a:xfrm>
            <a:custGeom>
              <a:avLst/>
              <a:gdLst/>
              <a:ahLst/>
              <a:cxnLst/>
              <a:rect l="l" t="t" r="r" b="b"/>
              <a:pathLst>
                <a:path w="2001520" h="725804">
                  <a:moveTo>
                    <a:pt x="0" y="120396"/>
                  </a:moveTo>
                  <a:lnTo>
                    <a:pt x="9382" y="73294"/>
                  </a:lnTo>
                  <a:lnTo>
                    <a:pt x="35052" y="35052"/>
                  </a:lnTo>
                  <a:lnTo>
                    <a:pt x="73294" y="9382"/>
                  </a:lnTo>
                  <a:lnTo>
                    <a:pt x="120396" y="0"/>
                  </a:lnTo>
                  <a:lnTo>
                    <a:pt x="1880616" y="0"/>
                  </a:lnTo>
                  <a:lnTo>
                    <a:pt x="1927717" y="9382"/>
                  </a:lnTo>
                  <a:lnTo>
                    <a:pt x="1965959" y="35052"/>
                  </a:lnTo>
                  <a:lnTo>
                    <a:pt x="1991629" y="73294"/>
                  </a:lnTo>
                  <a:lnTo>
                    <a:pt x="2001012" y="120396"/>
                  </a:lnTo>
                  <a:lnTo>
                    <a:pt x="2001012" y="605028"/>
                  </a:lnTo>
                  <a:lnTo>
                    <a:pt x="1991629" y="651486"/>
                  </a:lnTo>
                  <a:lnTo>
                    <a:pt x="1965959" y="689800"/>
                  </a:lnTo>
                  <a:lnTo>
                    <a:pt x="1927717" y="715827"/>
                  </a:lnTo>
                  <a:lnTo>
                    <a:pt x="1880616" y="725424"/>
                  </a:lnTo>
                  <a:lnTo>
                    <a:pt x="120396" y="725424"/>
                  </a:lnTo>
                  <a:lnTo>
                    <a:pt x="73294" y="715827"/>
                  </a:lnTo>
                  <a:lnTo>
                    <a:pt x="35052" y="689800"/>
                  </a:lnTo>
                  <a:lnTo>
                    <a:pt x="9382" y="651486"/>
                  </a:lnTo>
                  <a:lnTo>
                    <a:pt x="0" y="605028"/>
                  </a:lnTo>
                  <a:lnTo>
                    <a:pt x="0" y="120396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243780" y="2963611"/>
            <a:ext cx="1811655" cy="2834640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algn="ctr" marL="26034" marR="19050">
              <a:lnSpc>
                <a:spcPts val="1939"/>
              </a:lnSpc>
              <a:spcBef>
                <a:spcPts val="359"/>
              </a:spcBef>
            </a:pP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Validation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90">
                <a:solidFill>
                  <a:srgbClr val="FFFFFF"/>
                </a:solidFill>
                <a:latin typeface="Trebuchet MS"/>
                <a:cs typeface="Trebuchet MS"/>
              </a:rPr>
              <a:t>logic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works</a:t>
            </a:r>
            <a:r>
              <a:rPr dirty="0" sz="1800" spc="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35">
                <a:solidFill>
                  <a:srgbClr val="FFFFFF"/>
                </a:solidFill>
                <a:latin typeface="Trebuchet MS"/>
                <a:cs typeface="Trebuchet MS"/>
              </a:rPr>
              <a:t>perfectly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rebuchet MS"/>
              <a:cs typeface="Trebuchet MS"/>
            </a:endParaRPr>
          </a:p>
          <a:p>
            <a:pPr algn="ctr" marL="40005" marR="33020">
              <a:lnSpc>
                <a:spcPts val="1939"/>
              </a:lnSpc>
            </a:pPr>
            <a:r>
              <a:rPr dirty="0" sz="1800" spc="60">
                <a:solidFill>
                  <a:srgbClr val="FFFFFF"/>
                </a:solidFill>
                <a:latin typeface="Trebuchet MS"/>
                <a:cs typeface="Trebuchet MS"/>
              </a:rPr>
              <a:t>State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transitions </a:t>
            </a:r>
            <a:r>
              <a:rPr dirty="0" sz="1800" spc="130">
                <a:solidFill>
                  <a:srgbClr val="FFFFFF"/>
                </a:solidFill>
                <a:latin typeface="Trebuchet MS"/>
                <a:cs typeface="Trebuchet MS"/>
              </a:rPr>
              <a:t>accurate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rebuchet MS"/>
              <a:cs typeface="Trebuchet MS"/>
            </a:endParaRPr>
          </a:p>
          <a:p>
            <a:pPr algn="ctr" marL="24765" marR="18415">
              <a:lnSpc>
                <a:spcPts val="1939"/>
              </a:lnSpc>
              <a:spcBef>
                <a:spcPts val="5"/>
              </a:spcBef>
            </a:pP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Escrow</a:t>
            </a:r>
            <a:r>
              <a:rPr dirty="0" sz="18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protects </a:t>
            </a:r>
            <a:r>
              <a:rPr dirty="0" sz="1800" spc="114">
                <a:solidFill>
                  <a:srgbClr val="FFFFFF"/>
                </a:solidFill>
                <a:latin typeface="Trebuchet MS"/>
                <a:cs typeface="Trebuchet MS"/>
              </a:rPr>
              <a:t>both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parties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Trebuchet MS"/>
              <a:cs typeface="Trebuchet MS"/>
            </a:endParaRPr>
          </a:p>
          <a:p>
            <a:pPr algn="ctr" marL="12700" marR="5080" indent="-1905">
              <a:lnSpc>
                <a:spcPts val="1939"/>
              </a:lnSpc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Multi-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user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scenarios</a:t>
            </a:r>
            <a:r>
              <a:rPr dirty="0" sz="180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stable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647444"/>
            <a:ext cx="1313815" cy="419100"/>
          </a:xfrm>
          <a:custGeom>
            <a:avLst/>
            <a:gdLst/>
            <a:ahLst/>
            <a:cxnLst/>
            <a:rect l="l" t="t" r="r" b="b"/>
            <a:pathLst>
              <a:path w="1313815" h="419100">
                <a:moveTo>
                  <a:pt x="1110996" y="419100"/>
                </a:moveTo>
                <a:lnTo>
                  <a:pt x="1028700" y="419100"/>
                </a:lnTo>
                <a:lnTo>
                  <a:pt x="0" y="416061"/>
                </a:lnTo>
                <a:lnTo>
                  <a:pt x="0" y="138684"/>
                </a:lnTo>
                <a:lnTo>
                  <a:pt x="1524" y="0"/>
                </a:lnTo>
                <a:lnTo>
                  <a:pt x="1028700" y="1524"/>
                </a:lnTo>
                <a:lnTo>
                  <a:pt x="1106424" y="1524"/>
                </a:lnTo>
                <a:lnTo>
                  <a:pt x="1110996" y="6096"/>
                </a:lnTo>
                <a:lnTo>
                  <a:pt x="1114044" y="6096"/>
                </a:lnTo>
                <a:lnTo>
                  <a:pt x="1114044" y="9144"/>
                </a:lnTo>
                <a:lnTo>
                  <a:pt x="1118616" y="9144"/>
                </a:lnTo>
                <a:lnTo>
                  <a:pt x="1307592" y="198120"/>
                </a:lnTo>
                <a:lnTo>
                  <a:pt x="1311878" y="204073"/>
                </a:lnTo>
                <a:lnTo>
                  <a:pt x="1313307" y="210312"/>
                </a:lnTo>
                <a:lnTo>
                  <a:pt x="1311878" y="216550"/>
                </a:lnTo>
                <a:lnTo>
                  <a:pt x="1307592" y="222504"/>
                </a:lnTo>
                <a:lnTo>
                  <a:pt x="1117092" y="413004"/>
                </a:lnTo>
                <a:lnTo>
                  <a:pt x="1115568" y="413004"/>
                </a:lnTo>
                <a:lnTo>
                  <a:pt x="1114044" y="414528"/>
                </a:lnTo>
                <a:lnTo>
                  <a:pt x="1110996" y="419100"/>
                </a:lnTo>
                <a:close/>
              </a:path>
            </a:pathLst>
          </a:custGeom>
          <a:solidFill>
            <a:srgbClr val="A52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734695">
              <a:lnSpc>
                <a:spcPct val="100000"/>
              </a:lnSpc>
              <a:spcBef>
                <a:spcPts val="125"/>
              </a:spcBef>
            </a:pPr>
            <a:r>
              <a:rPr dirty="0" spc="80"/>
              <a:t>Discussion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302041" y="3164851"/>
            <a:ext cx="2959100" cy="1747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5745" marR="5080" indent="-233679">
              <a:lnSpc>
                <a:spcPct val="101600"/>
              </a:lnSpc>
              <a:spcBef>
                <a:spcPts val="95"/>
              </a:spcBef>
              <a:buClr>
                <a:srgbClr val="A52F0F"/>
              </a:buClr>
              <a:buFont typeface="Georgia"/>
              <a:buChar char="&gt;"/>
              <a:tabLst>
                <a:tab pos="247015" algn="l"/>
              </a:tabLst>
            </a:pP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Smart</a:t>
            </a:r>
            <a:r>
              <a:rPr dirty="0" sz="1300" spc="11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65">
                <a:solidFill>
                  <a:srgbClr val="3F3F3F"/>
                </a:solidFill>
                <a:latin typeface="Trebuchet MS"/>
                <a:cs typeface="Trebuchet MS"/>
              </a:rPr>
              <a:t>contracts</a:t>
            </a:r>
            <a:r>
              <a:rPr dirty="0" sz="1300" spc="14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10">
                <a:solidFill>
                  <a:srgbClr val="3F3F3F"/>
                </a:solidFill>
                <a:latin typeface="Trebuchet MS"/>
                <a:cs typeface="Trebuchet MS"/>
              </a:rPr>
              <a:t>eliminate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105">
                <a:solidFill>
                  <a:srgbClr val="3F3F3F"/>
                </a:solidFill>
                <a:latin typeface="Trebuchet MS"/>
                <a:cs typeface="Trebuchet MS"/>
              </a:rPr>
              <a:t>human </a:t>
            </a:r>
            <a:r>
              <a:rPr dirty="0" sz="1300" spc="105">
                <a:solidFill>
                  <a:srgbClr val="3F3F3F"/>
                </a:solidFill>
                <a:latin typeface="Trebuchet MS"/>
                <a:cs typeface="Trebuchet MS"/>
              </a:rPr>
              <a:t>	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errors.</a:t>
            </a:r>
            <a:endParaRPr sz="1300">
              <a:latin typeface="Trebuchet MS"/>
              <a:cs typeface="Trebuchet MS"/>
            </a:endParaRPr>
          </a:p>
          <a:p>
            <a:pPr marL="246379" indent="-233679">
              <a:lnSpc>
                <a:spcPct val="100000"/>
              </a:lnSpc>
              <a:spcBef>
                <a:spcPts val="850"/>
              </a:spcBef>
              <a:buClr>
                <a:srgbClr val="A52F0F"/>
              </a:buClr>
              <a:buFont typeface="Georgia"/>
              <a:buChar char="&gt;"/>
              <a:tabLst>
                <a:tab pos="246379" algn="l"/>
              </a:tabLst>
            </a:pPr>
            <a:r>
              <a:rPr dirty="0" sz="1300" spc="75">
                <a:solidFill>
                  <a:srgbClr val="3F3F3F"/>
                </a:solidFill>
                <a:latin typeface="Trebuchet MS"/>
                <a:cs typeface="Trebuchet MS"/>
              </a:rPr>
              <a:t>Immutable</a:t>
            </a:r>
            <a:r>
              <a:rPr dirty="0" sz="1300" spc="-6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60">
                <a:solidFill>
                  <a:srgbClr val="3F3F3F"/>
                </a:solidFill>
                <a:latin typeface="Trebuchet MS"/>
                <a:cs typeface="Trebuchet MS"/>
              </a:rPr>
              <a:t>logs</a:t>
            </a:r>
            <a:r>
              <a:rPr dirty="0" sz="1300" spc="-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85">
                <a:solidFill>
                  <a:srgbClr val="3F3F3F"/>
                </a:solidFill>
                <a:latin typeface="Trebuchet MS"/>
                <a:cs typeface="Trebuchet MS"/>
              </a:rPr>
              <a:t>create</a:t>
            </a:r>
            <a:r>
              <a:rPr dirty="0" sz="1300" spc="-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trust.</a:t>
            </a:r>
            <a:endParaRPr sz="1300">
              <a:latin typeface="Trebuchet MS"/>
              <a:cs typeface="Trebuchet MS"/>
            </a:endParaRPr>
          </a:p>
          <a:p>
            <a:pPr marL="245745" marR="117475" indent="-233679">
              <a:lnSpc>
                <a:spcPct val="101600"/>
              </a:lnSpc>
              <a:spcBef>
                <a:spcPts val="815"/>
              </a:spcBef>
              <a:buClr>
                <a:srgbClr val="A52F0F"/>
              </a:buClr>
              <a:buFont typeface="Georgia"/>
              <a:buChar char="&gt;"/>
              <a:tabLst>
                <a:tab pos="247015" algn="l"/>
              </a:tabLst>
            </a:pPr>
            <a:r>
              <a:rPr dirty="0" sz="1300" spc="60">
                <a:solidFill>
                  <a:srgbClr val="3F3F3F"/>
                </a:solidFill>
                <a:latin typeface="Trebuchet MS"/>
                <a:cs typeface="Trebuchet MS"/>
              </a:rPr>
              <a:t>Decentralized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identity</a:t>
            </a:r>
            <a:r>
              <a:rPr dirty="0" sz="1300" spc="2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increases 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	</a:t>
            </a:r>
            <a:r>
              <a:rPr dirty="0" sz="1300" spc="-10">
                <a:solidFill>
                  <a:srgbClr val="3F3F3F"/>
                </a:solidFill>
                <a:latin typeface="Trebuchet MS"/>
                <a:cs typeface="Trebuchet MS"/>
              </a:rPr>
              <a:t>security.</a:t>
            </a:r>
            <a:endParaRPr sz="1300">
              <a:latin typeface="Trebuchet MS"/>
              <a:cs typeface="Trebuchet MS"/>
            </a:endParaRPr>
          </a:p>
          <a:p>
            <a:pPr marL="245745" marR="195580" indent="-233679">
              <a:lnSpc>
                <a:spcPct val="101600"/>
              </a:lnSpc>
              <a:spcBef>
                <a:spcPts val="825"/>
              </a:spcBef>
              <a:buClr>
                <a:srgbClr val="A52F0F"/>
              </a:buClr>
              <a:buFont typeface="Georgia"/>
              <a:buChar char="&gt;"/>
              <a:tabLst>
                <a:tab pos="247015" algn="l"/>
              </a:tabLst>
            </a:pP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UI</a:t>
            </a:r>
            <a:r>
              <a:rPr dirty="0" sz="1300" spc="5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reflects</a:t>
            </a:r>
            <a:r>
              <a:rPr dirty="0" sz="1300" spc="85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>
                <a:solidFill>
                  <a:srgbClr val="3F3F3F"/>
                </a:solidFill>
                <a:latin typeface="Trebuchet MS"/>
                <a:cs typeface="Trebuchet MS"/>
              </a:rPr>
              <a:t>real-time</a:t>
            </a:r>
            <a:r>
              <a:rPr dirty="0" sz="1300" spc="3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dirty="0" sz="1300" spc="80">
                <a:solidFill>
                  <a:srgbClr val="3F3F3F"/>
                </a:solidFill>
                <a:latin typeface="Trebuchet MS"/>
                <a:cs typeface="Trebuchet MS"/>
              </a:rPr>
              <a:t>blockchain </a:t>
            </a:r>
            <a:r>
              <a:rPr dirty="0" sz="1300" spc="80">
                <a:solidFill>
                  <a:srgbClr val="3F3F3F"/>
                </a:solidFill>
                <a:latin typeface="Trebuchet MS"/>
                <a:cs typeface="Trebuchet MS"/>
              </a:rPr>
              <a:t>	</a:t>
            </a:r>
            <a:r>
              <a:rPr dirty="0" sz="1300" spc="65">
                <a:solidFill>
                  <a:srgbClr val="3F3F3F"/>
                </a:solidFill>
                <a:latin typeface="Trebuchet MS"/>
                <a:cs typeface="Trebuchet MS"/>
              </a:rPr>
              <a:t>data.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2823" y="3465576"/>
            <a:ext cx="1787651" cy="17861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68564" y="3658610"/>
            <a:ext cx="1890395" cy="440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155">
                <a:solidFill>
                  <a:srgbClr val="59523F"/>
                </a:solidFill>
                <a:latin typeface="Trebuchet MS"/>
                <a:cs typeface="Trebuchet MS"/>
              </a:rPr>
              <a:t>Conclusion</a:t>
            </a:r>
            <a:endParaRPr sz="2700">
              <a:latin typeface="Trebuchet MS"/>
              <a:cs typeface="Trebuchet M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975097" y="2049017"/>
            <a:ext cx="788035" cy="788035"/>
            <a:chOff x="4975097" y="2049017"/>
            <a:chExt cx="788035" cy="7880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75860" y="2051304"/>
              <a:ext cx="784859" cy="78181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981955" y="2055875"/>
              <a:ext cx="774700" cy="774700"/>
            </a:xfrm>
            <a:custGeom>
              <a:avLst/>
              <a:gdLst/>
              <a:ahLst/>
              <a:cxnLst/>
              <a:rect l="l" t="t" r="r" b="b"/>
              <a:pathLst>
                <a:path w="774700" h="774700">
                  <a:moveTo>
                    <a:pt x="0" y="0"/>
                  </a:moveTo>
                  <a:lnTo>
                    <a:pt x="774192" y="0"/>
                  </a:lnTo>
                  <a:lnTo>
                    <a:pt x="774192" y="774191"/>
                  </a:lnTo>
                  <a:lnTo>
                    <a:pt x="0" y="774191"/>
                  </a:lnTo>
                  <a:lnTo>
                    <a:pt x="0" y="0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504463" y="3059676"/>
            <a:ext cx="1729105" cy="588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2499"/>
              </a:lnSpc>
              <a:spcBef>
                <a:spcPts val="100"/>
              </a:spcBef>
            </a:pPr>
            <a:r>
              <a:rPr dirty="0" sz="1200">
                <a:latin typeface="Trebuchet MS"/>
                <a:cs typeface="Trebuchet MS"/>
              </a:rPr>
              <a:t>Smart</a:t>
            </a:r>
            <a:r>
              <a:rPr dirty="0" sz="1200" spc="85">
                <a:latin typeface="Trebuchet MS"/>
                <a:cs typeface="Trebuchet MS"/>
              </a:rPr>
              <a:t> </a:t>
            </a:r>
            <a:r>
              <a:rPr dirty="0" sz="1200" spc="114">
                <a:latin typeface="Trebuchet MS"/>
                <a:cs typeface="Trebuchet MS"/>
              </a:rPr>
              <a:t>Chain</a:t>
            </a:r>
            <a:r>
              <a:rPr dirty="0" sz="1200" spc="85">
                <a:latin typeface="Trebuchet MS"/>
                <a:cs typeface="Trebuchet MS"/>
              </a:rPr>
              <a:t> </a:t>
            </a:r>
            <a:r>
              <a:rPr dirty="0" sz="1200" spc="75">
                <a:latin typeface="Trebuchet MS"/>
                <a:cs typeface="Trebuchet MS"/>
              </a:rPr>
              <a:t>creates</a:t>
            </a:r>
            <a:r>
              <a:rPr dirty="0" sz="1200" spc="70">
                <a:latin typeface="Trebuchet MS"/>
                <a:cs typeface="Trebuchet MS"/>
              </a:rPr>
              <a:t> </a:t>
            </a:r>
            <a:r>
              <a:rPr dirty="0" sz="1200" spc="165">
                <a:latin typeface="Trebuchet MS"/>
                <a:cs typeface="Trebuchet MS"/>
              </a:rPr>
              <a:t>a </a:t>
            </a:r>
            <a:r>
              <a:rPr dirty="0" sz="1200" spc="55">
                <a:latin typeface="Trebuchet MS"/>
                <a:cs typeface="Trebuchet MS"/>
              </a:rPr>
              <a:t>transparent</a:t>
            </a:r>
            <a:r>
              <a:rPr dirty="0" sz="1200" spc="15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rental </a:t>
            </a:r>
            <a:r>
              <a:rPr dirty="0" sz="1200" spc="55">
                <a:latin typeface="Trebuchet MS"/>
                <a:cs typeface="Trebuchet MS"/>
              </a:rPr>
              <a:t>ecosystem.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995159" y="2049017"/>
            <a:ext cx="788670" cy="788035"/>
            <a:chOff x="6995159" y="2049017"/>
            <a:chExt cx="788670" cy="78803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5159" y="2051304"/>
              <a:ext cx="786383" cy="781812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002779" y="2055875"/>
              <a:ext cx="774700" cy="774700"/>
            </a:xfrm>
            <a:custGeom>
              <a:avLst/>
              <a:gdLst/>
              <a:ahLst/>
              <a:cxnLst/>
              <a:rect l="l" t="t" r="r" b="b"/>
              <a:pathLst>
                <a:path w="774700" h="774700">
                  <a:moveTo>
                    <a:pt x="0" y="0"/>
                  </a:moveTo>
                  <a:lnTo>
                    <a:pt x="774191" y="0"/>
                  </a:lnTo>
                  <a:lnTo>
                    <a:pt x="774191" y="774191"/>
                  </a:lnTo>
                  <a:lnTo>
                    <a:pt x="0" y="774191"/>
                  </a:lnTo>
                  <a:lnTo>
                    <a:pt x="0" y="0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610614" y="3059676"/>
            <a:ext cx="1562100" cy="40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580" marR="5080" indent="-56515">
              <a:lnSpc>
                <a:spcPct val="102499"/>
              </a:lnSpc>
              <a:spcBef>
                <a:spcPts val="100"/>
              </a:spcBef>
            </a:pPr>
            <a:r>
              <a:rPr dirty="0" sz="1200" spc="60">
                <a:latin typeface="Trebuchet MS"/>
                <a:cs typeface="Trebuchet MS"/>
              </a:rPr>
              <a:t>Secure,</a:t>
            </a:r>
            <a:r>
              <a:rPr dirty="0" sz="1200" spc="-5">
                <a:latin typeface="Trebuchet MS"/>
                <a:cs typeface="Trebuchet MS"/>
              </a:rPr>
              <a:t> </a:t>
            </a:r>
            <a:r>
              <a:rPr dirty="0" sz="1200" spc="85">
                <a:latin typeface="Trebuchet MS"/>
                <a:cs typeface="Trebuchet MS"/>
              </a:rPr>
              <a:t>automated, </a:t>
            </a:r>
            <a:r>
              <a:rPr dirty="0" sz="1200" spc="160">
                <a:latin typeface="Trebuchet MS"/>
                <a:cs typeface="Trebuchet MS"/>
              </a:rPr>
              <a:t>and</a:t>
            </a:r>
            <a:r>
              <a:rPr dirty="0" sz="1200" spc="15">
                <a:latin typeface="Trebuchet MS"/>
                <a:cs typeface="Trebuchet MS"/>
              </a:rPr>
              <a:t> </a:t>
            </a:r>
            <a:r>
              <a:rPr dirty="0" sz="1200" spc="70">
                <a:latin typeface="Trebuchet MS"/>
                <a:cs typeface="Trebuchet MS"/>
              </a:rPr>
              <a:t>tamper-</a:t>
            </a:r>
            <a:r>
              <a:rPr dirty="0" sz="1200" spc="-10">
                <a:latin typeface="Trebuchet MS"/>
                <a:cs typeface="Trebuchet MS"/>
              </a:rPr>
              <a:t>proof.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985509" y="4094226"/>
            <a:ext cx="788035" cy="786765"/>
            <a:chOff x="5985509" y="4094226"/>
            <a:chExt cx="788035" cy="786765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86271" y="4096511"/>
              <a:ext cx="784860" cy="781811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992367" y="4101084"/>
              <a:ext cx="774700" cy="772795"/>
            </a:xfrm>
            <a:custGeom>
              <a:avLst/>
              <a:gdLst/>
              <a:ahLst/>
              <a:cxnLst/>
              <a:rect l="l" t="t" r="r" b="b"/>
              <a:pathLst>
                <a:path w="774700" h="772795">
                  <a:moveTo>
                    <a:pt x="0" y="0"/>
                  </a:moveTo>
                  <a:lnTo>
                    <a:pt x="774192" y="0"/>
                  </a:lnTo>
                  <a:lnTo>
                    <a:pt x="774192" y="772667"/>
                  </a:lnTo>
                  <a:lnTo>
                    <a:pt x="0" y="772667"/>
                  </a:lnTo>
                  <a:lnTo>
                    <a:pt x="0" y="0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5667287" y="5103369"/>
            <a:ext cx="1424305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2499"/>
              </a:lnSpc>
              <a:spcBef>
                <a:spcPts val="100"/>
              </a:spcBef>
            </a:pPr>
            <a:r>
              <a:rPr dirty="0" sz="1200" spc="95">
                <a:latin typeface="Trebuchet MS"/>
                <a:cs typeface="Trebuchet MS"/>
              </a:rPr>
              <a:t>Scalable</a:t>
            </a:r>
            <a:r>
              <a:rPr dirty="0" sz="1200" spc="-2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for</a:t>
            </a:r>
            <a:r>
              <a:rPr dirty="0" sz="1200" spc="25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future </a:t>
            </a:r>
            <a:r>
              <a:rPr dirty="0" sz="1200" spc="125">
                <a:latin typeface="Trebuchet MS"/>
                <a:cs typeface="Trebuchet MS"/>
              </a:rPr>
              <a:t>Web3</a:t>
            </a:r>
            <a:r>
              <a:rPr dirty="0" sz="1200" spc="15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mobility solutions.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68520" y="3337062"/>
            <a:ext cx="1793239" cy="1082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05"/>
              </a:spcBef>
            </a:pPr>
            <a:r>
              <a:rPr dirty="0" sz="2300" spc="60">
                <a:solidFill>
                  <a:srgbClr val="59523F"/>
                </a:solidFill>
                <a:latin typeface="Trebuchet MS"/>
                <a:cs typeface="Trebuchet MS"/>
              </a:rPr>
              <a:t>Contribution of</a:t>
            </a:r>
            <a:r>
              <a:rPr dirty="0" sz="2300" spc="-50">
                <a:solidFill>
                  <a:srgbClr val="59523F"/>
                </a:solidFill>
                <a:latin typeface="Trebuchet MS"/>
                <a:cs typeface="Trebuchet MS"/>
              </a:rPr>
              <a:t> </a:t>
            </a:r>
            <a:r>
              <a:rPr dirty="0" sz="2300" spc="100">
                <a:solidFill>
                  <a:srgbClr val="59523F"/>
                </a:solidFill>
                <a:latin typeface="Trebuchet MS"/>
                <a:cs typeface="Trebuchet MS"/>
              </a:rPr>
              <a:t>Team </a:t>
            </a:r>
            <a:r>
              <a:rPr dirty="0" sz="2300" spc="165">
                <a:solidFill>
                  <a:srgbClr val="59523F"/>
                </a:solidFill>
                <a:latin typeface="Trebuchet MS"/>
                <a:cs typeface="Trebuchet MS"/>
              </a:rPr>
              <a:t>Members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374641" y="2279142"/>
            <a:ext cx="4008120" cy="1030605"/>
            <a:chOff x="4374641" y="2279142"/>
            <a:chExt cx="4008120" cy="1030605"/>
          </a:xfrm>
        </p:grpSpPr>
        <p:sp>
          <p:nvSpPr>
            <p:cNvPr id="4" name="object 4" descr=""/>
            <p:cNvSpPr/>
            <p:nvPr/>
          </p:nvSpPr>
          <p:spPr>
            <a:xfrm>
              <a:off x="4381499" y="2286000"/>
              <a:ext cx="3994785" cy="1016635"/>
            </a:xfrm>
            <a:custGeom>
              <a:avLst/>
              <a:gdLst/>
              <a:ahLst/>
              <a:cxnLst/>
              <a:rect l="l" t="t" r="r" b="b"/>
              <a:pathLst>
                <a:path w="3994784" h="1016635">
                  <a:moveTo>
                    <a:pt x="3825240" y="1016507"/>
                  </a:moveTo>
                  <a:lnTo>
                    <a:pt x="170688" y="1016507"/>
                  </a:lnTo>
                  <a:lnTo>
                    <a:pt x="125236" y="1010538"/>
                  </a:lnTo>
                  <a:lnTo>
                    <a:pt x="84440" y="993647"/>
                  </a:lnTo>
                  <a:lnTo>
                    <a:pt x="49911" y="967359"/>
                  </a:lnTo>
                  <a:lnTo>
                    <a:pt x="23255" y="933196"/>
                  </a:lnTo>
                  <a:lnTo>
                    <a:pt x="6081" y="892682"/>
                  </a:lnTo>
                  <a:lnTo>
                    <a:pt x="0" y="847343"/>
                  </a:lnTo>
                  <a:lnTo>
                    <a:pt x="0" y="169163"/>
                  </a:lnTo>
                  <a:lnTo>
                    <a:pt x="6081" y="124354"/>
                  </a:lnTo>
                  <a:lnTo>
                    <a:pt x="23255" y="83989"/>
                  </a:lnTo>
                  <a:lnTo>
                    <a:pt x="49911" y="49720"/>
                  </a:lnTo>
                  <a:lnTo>
                    <a:pt x="84440" y="23198"/>
                  </a:lnTo>
                  <a:lnTo>
                    <a:pt x="125236" y="6074"/>
                  </a:lnTo>
                  <a:lnTo>
                    <a:pt x="170688" y="0"/>
                  </a:lnTo>
                  <a:lnTo>
                    <a:pt x="3825240" y="0"/>
                  </a:lnTo>
                  <a:lnTo>
                    <a:pt x="3870578" y="6074"/>
                  </a:lnTo>
                  <a:lnTo>
                    <a:pt x="3911091" y="23198"/>
                  </a:lnTo>
                  <a:lnTo>
                    <a:pt x="3945254" y="49720"/>
                  </a:lnTo>
                  <a:lnTo>
                    <a:pt x="3971543" y="83989"/>
                  </a:lnTo>
                  <a:lnTo>
                    <a:pt x="3988434" y="124354"/>
                  </a:lnTo>
                  <a:lnTo>
                    <a:pt x="3994403" y="169163"/>
                  </a:lnTo>
                  <a:lnTo>
                    <a:pt x="3994403" y="847343"/>
                  </a:lnTo>
                  <a:lnTo>
                    <a:pt x="3988434" y="892682"/>
                  </a:lnTo>
                  <a:lnTo>
                    <a:pt x="3971543" y="933196"/>
                  </a:lnTo>
                  <a:lnTo>
                    <a:pt x="3945254" y="967359"/>
                  </a:lnTo>
                  <a:lnTo>
                    <a:pt x="3911091" y="993647"/>
                  </a:lnTo>
                  <a:lnTo>
                    <a:pt x="3870578" y="1010538"/>
                  </a:lnTo>
                  <a:lnTo>
                    <a:pt x="3825240" y="1016507"/>
                  </a:lnTo>
                  <a:close/>
                </a:path>
              </a:pathLst>
            </a:custGeom>
            <a:solidFill>
              <a:srgbClr val="A52F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381499" y="2286000"/>
              <a:ext cx="3994785" cy="1016635"/>
            </a:xfrm>
            <a:custGeom>
              <a:avLst/>
              <a:gdLst/>
              <a:ahLst/>
              <a:cxnLst/>
              <a:rect l="l" t="t" r="r" b="b"/>
              <a:pathLst>
                <a:path w="3994784" h="1016635">
                  <a:moveTo>
                    <a:pt x="0" y="169163"/>
                  </a:moveTo>
                  <a:lnTo>
                    <a:pt x="6081" y="124354"/>
                  </a:lnTo>
                  <a:lnTo>
                    <a:pt x="23255" y="83989"/>
                  </a:lnTo>
                  <a:lnTo>
                    <a:pt x="49911" y="49720"/>
                  </a:lnTo>
                  <a:lnTo>
                    <a:pt x="84440" y="23198"/>
                  </a:lnTo>
                  <a:lnTo>
                    <a:pt x="125236" y="6074"/>
                  </a:lnTo>
                  <a:lnTo>
                    <a:pt x="170688" y="0"/>
                  </a:lnTo>
                  <a:lnTo>
                    <a:pt x="3825240" y="0"/>
                  </a:lnTo>
                  <a:lnTo>
                    <a:pt x="3870578" y="6074"/>
                  </a:lnTo>
                  <a:lnTo>
                    <a:pt x="3911091" y="23198"/>
                  </a:lnTo>
                  <a:lnTo>
                    <a:pt x="3945254" y="49720"/>
                  </a:lnTo>
                  <a:lnTo>
                    <a:pt x="3971543" y="83989"/>
                  </a:lnTo>
                  <a:lnTo>
                    <a:pt x="3988434" y="124354"/>
                  </a:lnTo>
                  <a:lnTo>
                    <a:pt x="3994403" y="169163"/>
                  </a:lnTo>
                  <a:lnTo>
                    <a:pt x="3994403" y="847343"/>
                  </a:lnTo>
                  <a:lnTo>
                    <a:pt x="3988434" y="892682"/>
                  </a:lnTo>
                  <a:lnTo>
                    <a:pt x="3971543" y="933196"/>
                  </a:lnTo>
                  <a:lnTo>
                    <a:pt x="3945254" y="967359"/>
                  </a:lnTo>
                  <a:lnTo>
                    <a:pt x="3911091" y="993647"/>
                  </a:lnTo>
                  <a:lnTo>
                    <a:pt x="3870578" y="1010538"/>
                  </a:lnTo>
                  <a:lnTo>
                    <a:pt x="3825240" y="1016507"/>
                  </a:lnTo>
                  <a:lnTo>
                    <a:pt x="170688" y="1016507"/>
                  </a:lnTo>
                  <a:lnTo>
                    <a:pt x="125236" y="1010538"/>
                  </a:lnTo>
                  <a:lnTo>
                    <a:pt x="84440" y="993647"/>
                  </a:lnTo>
                  <a:lnTo>
                    <a:pt x="49911" y="967359"/>
                  </a:lnTo>
                  <a:lnTo>
                    <a:pt x="23255" y="933196"/>
                  </a:lnTo>
                  <a:lnTo>
                    <a:pt x="6081" y="892682"/>
                  </a:lnTo>
                  <a:lnTo>
                    <a:pt x="0" y="847343"/>
                  </a:lnTo>
                  <a:lnTo>
                    <a:pt x="0" y="169163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16656" y="2386070"/>
            <a:ext cx="3706495" cy="762635"/>
          </a:xfrm>
          <a:prstGeom prst="rect"/>
        </p:spPr>
        <p:txBody>
          <a:bodyPr wrap="square" lIns="0" tIns="59054" rIns="0" bIns="0" rtlCol="0" vert="horz">
            <a:spAutoFit/>
          </a:bodyPr>
          <a:lstStyle/>
          <a:p>
            <a:pPr marL="12700" marR="5080">
              <a:lnSpc>
                <a:spcPts val="2740"/>
              </a:lnSpc>
              <a:spcBef>
                <a:spcPts val="464"/>
              </a:spcBef>
            </a:pPr>
            <a:r>
              <a:rPr dirty="0" sz="2550" spc="80">
                <a:solidFill>
                  <a:srgbClr val="FFFFFF"/>
                </a:solidFill>
              </a:rPr>
              <a:t>Ajaymishra</a:t>
            </a:r>
            <a:r>
              <a:rPr dirty="0" sz="2550" spc="-80">
                <a:solidFill>
                  <a:srgbClr val="FFFFFF"/>
                </a:solidFill>
              </a:rPr>
              <a:t> </a:t>
            </a:r>
            <a:r>
              <a:rPr dirty="0" sz="2550" spc="335">
                <a:solidFill>
                  <a:srgbClr val="FFFFFF"/>
                </a:solidFill>
              </a:rPr>
              <a:t>–</a:t>
            </a:r>
            <a:r>
              <a:rPr dirty="0" sz="2550" spc="-45">
                <a:solidFill>
                  <a:srgbClr val="FFFFFF"/>
                </a:solidFill>
              </a:rPr>
              <a:t> </a:t>
            </a:r>
            <a:r>
              <a:rPr dirty="0" sz="2550" spc="40">
                <a:solidFill>
                  <a:srgbClr val="FFFFFF"/>
                </a:solidFill>
              </a:rPr>
              <a:t>Smart </a:t>
            </a:r>
            <a:r>
              <a:rPr dirty="0" sz="2550" spc="155">
                <a:solidFill>
                  <a:srgbClr val="FFFFFF"/>
                </a:solidFill>
              </a:rPr>
              <a:t>Contract</a:t>
            </a:r>
            <a:r>
              <a:rPr dirty="0" sz="2550" spc="-40">
                <a:solidFill>
                  <a:srgbClr val="FFFFFF"/>
                </a:solidFill>
              </a:rPr>
              <a:t> </a:t>
            </a:r>
            <a:r>
              <a:rPr dirty="0" sz="2550" spc="160">
                <a:solidFill>
                  <a:srgbClr val="FFFFFF"/>
                </a:solidFill>
              </a:rPr>
              <a:t>Development</a:t>
            </a:r>
            <a:endParaRPr sz="2550"/>
          </a:p>
        </p:txBody>
      </p:sp>
      <p:grpSp>
        <p:nvGrpSpPr>
          <p:cNvPr id="7" name="object 7" descr=""/>
          <p:cNvGrpSpPr/>
          <p:nvPr/>
        </p:nvGrpSpPr>
        <p:grpSpPr>
          <a:xfrm>
            <a:off x="4374641" y="3370326"/>
            <a:ext cx="4008120" cy="1030605"/>
            <a:chOff x="4374641" y="3370326"/>
            <a:chExt cx="4008120" cy="1030605"/>
          </a:xfrm>
        </p:grpSpPr>
        <p:sp>
          <p:nvSpPr>
            <p:cNvPr id="8" name="object 8" descr=""/>
            <p:cNvSpPr/>
            <p:nvPr/>
          </p:nvSpPr>
          <p:spPr>
            <a:xfrm>
              <a:off x="4381499" y="3377184"/>
              <a:ext cx="3994785" cy="1016635"/>
            </a:xfrm>
            <a:custGeom>
              <a:avLst/>
              <a:gdLst/>
              <a:ahLst/>
              <a:cxnLst/>
              <a:rect l="l" t="t" r="r" b="b"/>
              <a:pathLst>
                <a:path w="3994784" h="1016635">
                  <a:moveTo>
                    <a:pt x="3825240" y="1016507"/>
                  </a:moveTo>
                  <a:lnTo>
                    <a:pt x="170688" y="1016507"/>
                  </a:lnTo>
                  <a:lnTo>
                    <a:pt x="125236" y="1010433"/>
                  </a:lnTo>
                  <a:lnTo>
                    <a:pt x="84440" y="993309"/>
                  </a:lnTo>
                  <a:lnTo>
                    <a:pt x="49911" y="966787"/>
                  </a:lnTo>
                  <a:lnTo>
                    <a:pt x="23255" y="932518"/>
                  </a:lnTo>
                  <a:lnTo>
                    <a:pt x="6081" y="892153"/>
                  </a:lnTo>
                  <a:lnTo>
                    <a:pt x="0" y="847343"/>
                  </a:lnTo>
                  <a:lnTo>
                    <a:pt x="0" y="169163"/>
                  </a:lnTo>
                  <a:lnTo>
                    <a:pt x="6081" y="123824"/>
                  </a:lnTo>
                  <a:lnTo>
                    <a:pt x="23255" y="83311"/>
                  </a:lnTo>
                  <a:lnTo>
                    <a:pt x="49911" y="49148"/>
                  </a:lnTo>
                  <a:lnTo>
                    <a:pt x="84440" y="22859"/>
                  </a:lnTo>
                  <a:lnTo>
                    <a:pt x="125236" y="5968"/>
                  </a:lnTo>
                  <a:lnTo>
                    <a:pt x="170688" y="0"/>
                  </a:lnTo>
                  <a:lnTo>
                    <a:pt x="3825240" y="0"/>
                  </a:lnTo>
                  <a:lnTo>
                    <a:pt x="3870578" y="5968"/>
                  </a:lnTo>
                  <a:lnTo>
                    <a:pt x="3911091" y="22859"/>
                  </a:lnTo>
                  <a:lnTo>
                    <a:pt x="3945254" y="49148"/>
                  </a:lnTo>
                  <a:lnTo>
                    <a:pt x="3971543" y="83311"/>
                  </a:lnTo>
                  <a:lnTo>
                    <a:pt x="3988434" y="123824"/>
                  </a:lnTo>
                  <a:lnTo>
                    <a:pt x="3994403" y="169163"/>
                  </a:lnTo>
                  <a:lnTo>
                    <a:pt x="3994403" y="847343"/>
                  </a:lnTo>
                  <a:lnTo>
                    <a:pt x="3988434" y="892153"/>
                  </a:lnTo>
                  <a:lnTo>
                    <a:pt x="3971543" y="932518"/>
                  </a:lnTo>
                  <a:lnTo>
                    <a:pt x="3945254" y="966787"/>
                  </a:lnTo>
                  <a:lnTo>
                    <a:pt x="3911091" y="993309"/>
                  </a:lnTo>
                  <a:lnTo>
                    <a:pt x="3870578" y="1010433"/>
                  </a:lnTo>
                  <a:lnTo>
                    <a:pt x="3825240" y="1016507"/>
                  </a:lnTo>
                  <a:close/>
                </a:path>
              </a:pathLst>
            </a:custGeom>
            <a:solidFill>
              <a:srgbClr val="A52F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381499" y="3377184"/>
              <a:ext cx="3994785" cy="1016635"/>
            </a:xfrm>
            <a:custGeom>
              <a:avLst/>
              <a:gdLst/>
              <a:ahLst/>
              <a:cxnLst/>
              <a:rect l="l" t="t" r="r" b="b"/>
              <a:pathLst>
                <a:path w="3994784" h="1016635">
                  <a:moveTo>
                    <a:pt x="0" y="169163"/>
                  </a:moveTo>
                  <a:lnTo>
                    <a:pt x="6081" y="123824"/>
                  </a:lnTo>
                  <a:lnTo>
                    <a:pt x="23255" y="83311"/>
                  </a:lnTo>
                  <a:lnTo>
                    <a:pt x="49911" y="49148"/>
                  </a:lnTo>
                  <a:lnTo>
                    <a:pt x="84440" y="22859"/>
                  </a:lnTo>
                  <a:lnTo>
                    <a:pt x="125236" y="5968"/>
                  </a:lnTo>
                  <a:lnTo>
                    <a:pt x="170688" y="0"/>
                  </a:lnTo>
                  <a:lnTo>
                    <a:pt x="3825240" y="0"/>
                  </a:lnTo>
                  <a:lnTo>
                    <a:pt x="3870578" y="5968"/>
                  </a:lnTo>
                  <a:lnTo>
                    <a:pt x="3911091" y="22859"/>
                  </a:lnTo>
                  <a:lnTo>
                    <a:pt x="3945254" y="49148"/>
                  </a:lnTo>
                  <a:lnTo>
                    <a:pt x="3971543" y="83311"/>
                  </a:lnTo>
                  <a:lnTo>
                    <a:pt x="3988434" y="123824"/>
                  </a:lnTo>
                  <a:lnTo>
                    <a:pt x="3994403" y="169163"/>
                  </a:lnTo>
                  <a:lnTo>
                    <a:pt x="3994403" y="847343"/>
                  </a:lnTo>
                  <a:lnTo>
                    <a:pt x="3988434" y="892153"/>
                  </a:lnTo>
                  <a:lnTo>
                    <a:pt x="3971543" y="932518"/>
                  </a:lnTo>
                  <a:lnTo>
                    <a:pt x="3945254" y="966787"/>
                  </a:lnTo>
                  <a:lnTo>
                    <a:pt x="3911091" y="993309"/>
                  </a:lnTo>
                  <a:lnTo>
                    <a:pt x="3870578" y="1010433"/>
                  </a:lnTo>
                  <a:lnTo>
                    <a:pt x="3825240" y="1016507"/>
                  </a:lnTo>
                  <a:lnTo>
                    <a:pt x="170688" y="1016507"/>
                  </a:lnTo>
                  <a:lnTo>
                    <a:pt x="125236" y="1010433"/>
                  </a:lnTo>
                  <a:lnTo>
                    <a:pt x="84440" y="993309"/>
                  </a:lnTo>
                  <a:lnTo>
                    <a:pt x="49911" y="966787"/>
                  </a:lnTo>
                  <a:lnTo>
                    <a:pt x="23255" y="932518"/>
                  </a:lnTo>
                  <a:lnTo>
                    <a:pt x="6081" y="892153"/>
                  </a:lnTo>
                  <a:lnTo>
                    <a:pt x="0" y="847343"/>
                  </a:lnTo>
                  <a:lnTo>
                    <a:pt x="0" y="169163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4374641" y="4461510"/>
            <a:ext cx="4008120" cy="1030605"/>
            <a:chOff x="4374641" y="4461510"/>
            <a:chExt cx="4008120" cy="1030605"/>
          </a:xfrm>
        </p:grpSpPr>
        <p:sp>
          <p:nvSpPr>
            <p:cNvPr id="11" name="object 11" descr=""/>
            <p:cNvSpPr/>
            <p:nvPr/>
          </p:nvSpPr>
          <p:spPr>
            <a:xfrm>
              <a:off x="4381499" y="4468368"/>
              <a:ext cx="3994785" cy="1016635"/>
            </a:xfrm>
            <a:custGeom>
              <a:avLst/>
              <a:gdLst/>
              <a:ahLst/>
              <a:cxnLst/>
              <a:rect l="l" t="t" r="r" b="b"/>
              <a:pathLst>
                <a:path w="3994784" h="1016635">
                  <a:moveTo>
                    <a:pt x="3825240" y="1016507"/>
                  </a:moveTo>
                  <a:lnTo>
                    <a:pt x="170688" y="1016507"/>
                  </a:lnTo>
                  <a:lnTo>
                    <a:pt x="125236" y="1010433"/>
                  </a:lnTo>
                  <a:lnTo>
                    <a:pt x="84440" y="993309"/>
                  </a:lnTo>
                  <a:lnTo>
                    <a:pt x="49911" y="966787"/>
                  </a:lnTo>
                  <a:lnTo>
                    <a:pt x="23255" y="932518"/>
                  </a:lnTo>
                  <a:lnTo>
                    <a:pt x="6081" y="892153"/>
                  </a:lnTo>
                  <a:lnTo>
                    <a:pt x="0" y="847343"/>
                  </a:lnTo>
                  <a:lnTo>
                    <a:pt x="0" y="169163"/>
                  </a:lnTo>
                  <a:lnTo>
                    <a:pt x="6081" y="123824"/>
                  </a:lnTo>
                  <a:lnTo>
                    <a:pt x="23255" y="83311"/>
                  </a:lnTo>
                  <a:lnTo>
                    <a:pt x="49911" y="49148"/>
                  </a:lnTo>
                  <a:lnTo>
                    <a:pt x="84440" y="22859"/>
                  </a:lnTo>
                  <a:lnTo>
                    <a:pt x="125236" y="5968"/>
                  </a:lnTo>
                  <a:lnTo>
                    <a:pt x="170688" y="0"/>
                  </a:lnTo>
                  <a:lnTo>
                    <a:pt x="3825240" y="0"/>
                  </a:lnTo>
                  <a:lnTo>
                    <a:pt x="3870578" y="5968"/>
                  </a:lnTo>
                  <a:lnTo>
                    <a:pt x="3911091" y="22859"/>
                  </a:lnTo>
                  <a:lnTo>
                    <a:pt x="3945254" y="49148"/>
                  </a:lnTo>
                  <a:lnTo>
                    <a:pt x="3971543" y="83311"/>
                  </a:lnTo>
                  <a:lnTo>
                    <a:pt x="3988434" y="123824"/>
                  </a:lnTo>
                  <a:lnTo>
                    <a:pt x="3994403" y="169163"/>
                  </a:lnTo>
                  <a:lnTo>
                    <a:pt x="3994403" y="847343"/>
                  </a:lnTo>
                  <a:lnTo>
                    <a:pt x="3988434" y="892153"/>
                  </a:lnTo>
                  <a:lnTo>
                    <a:pt x="3971543" y="932518"/>
                  </a:lnTo>
                  <a:lnTo>
                    <a:pt x="3945254" y="966787"/>
                  </a:lnTo>
                  <a:lnTo>
                    <a:pt x="3911091" y="993309"/>
                  </a:lnTo>
                  <a:lnTo>
                    <a:pt x="3870578" y="1010433"/>
                  </a:lnTo>
                  <a:lnTo>
                    <a:pt x="3825240" y="1016507"/>
                  </a:lnTo>
                  <a:close/>
                </a:path>
              </a:pathLst>
            </a:custGeom>
            <a:solidFill>
              <a:srgbClr val="A52F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381499" y="4468368"/>
              <a:ext cx="3994785" cy="1016635"/>
            </a:xfrm>
            <a:custGeom>
              <a:avLst/>
              <a:gdLst/>
              <a:ahLst/>
              <a:cxnLst/>
              <a:rect l="l" t="t" r="r" b="b"/>
              <a:pathLst>
                <a:path w="3994784" h="1016635">
                  <a:moveTo>
                    <a:pt x="0" y="169163"/>
                  </a:moveTo>
                  <a:lnTo>
                    <a:pt x="6081" y="123824"/>
                  </a:lnTo>
                  <a:lnTo>
                    <a:pt x="23255" y="83311"/>
                  </a:lnTo>
                  <a:lnTo>
                    <a:pt x="49911" y="49148"/>
                  </a:lnTo>
                  <a:lnTo>
                    <a:pt x="84440" y="22859"/>
                  </a:lnTo>
                  <a:lnTo>
                    <a:pt x="125236" y="5968"/>
                  </a:lnTo>
                  <a:lnTo>
                    <a:pt x="170688" y="0"/>
                  </a:lnTo>
                  <a:lnTo>
                    <a:pt x="3825240" y="0"/>
                  </a:lnTo>
                  <a:lnTo>
                    <a:pt x="3870578" y="5968"/>
                  </a:lnTo>
                  <a:lnTo>
                    <a:pt x="3911091" y="22859"/>
                  </a:lnTo>
                  <a:lnTo>
                    <a:pt x="3945254" y="49148"/>
                  </a:lnTo>
                  <a:lnTo>
                    <a:pt x="3971543" y="83311"/>
                  </a:lnTo>
                  <a:lnTo>
                    <a:pt x="3988434" y="123824"/>
                  </a:lnTo>
                  <a:lnTo>
                    <a:pt x="3994403" y="169163"/>
                  </a:lnTo>
                  <a:lnTo>
                    <a:pt x="3994403" y="847343"/>
                  </a:lnTo>
                  <a:lnTo>
                    <a:pt x="3988434" y="892153"/>
                  </a:lnTo>
                  <a:lnTo>
                    <a:pt x="3971543" y="932518"/>
                  </a:lnTo>
                  <a:lnTo>
                    <a:pt x="3945254" y="966787"/>
                  </a:lnTo>
                  <a:lnTo>
                    <a:pt x="3911091" y="993309"/>
                  </a:lnTo>
                  <a:lnTo>
                    <a:pt x="3870578" y="1010433"/>
                  </a:lnTo>
                  <a:lnTo>
                    <a:pt x="3825240" y="1016507"/>
                  </a:lnTo>
                  <a:lnTo>
                    <a:pt x="170688" y="1016507"/>
                  </a:lnTo>
                  <a:lnTo>
                    <a:pt x="125236" y="1010433"/>
                  </a:lnTo>
                  <a:lnTo>
                    <a:pt x="84440" y="993309"/>
                  </a:lnTo>
                  <a:lnTo>
                    <a:pt x="49911" y="966787"/>
                  </a:lnTo>
                  <a:lnTo>
                    <a:pt x="23255" y="932518"/>
                  </a:lnTo>
                  <a:lnTo>
                    <a:pt x="6081" y="892153"/>
                  </a:lnTo>
                  <a:lnTo>
                    <a:pt x="0" y="847343"/>
                  </a:lnTo>
                  <a:lnTo>
                    <a:pt x="0" y="169163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516656" y="3477198"/>
            <a:ext cx="3293745" cy="1854200"/>
          </a:xfrm>
          <a:prstGeom prst="rect">
            <a:avLst/>
          </a:prstGeom>
        </p:spPr>
        <p:txBody>
          <a:bodyPr wrap="square" lIns="0" tIns="59054" rIns="0" bIns="0" rtlCol="0" vert="horz">
            <a:spAutoFit/>
          </a:bodyPr>
          <a:lstStyle/>
          <a:p>
            <a:pPr marL="12700" marR="5080">
              <a:lnSpc>
                <a:spcPts val="2740"/>
              </a:lnSpc>
              <a:spcBef>
                <a:spcPts val="464"/>
              </a:spcBef>
            </a:pPr>
            <a:r>
              <a:rPr dirty="0" sz="2550">
                <a:solidFill>
                  <a:srgbClr val="FFFFFF"/>
                </a:solidFill>
                <a:latin typeface="Trebuchet MS"/>
                <a:cs typeface="Trebuchet MS"/>
              </a:rPr>
              <a:t>Srilekha</a:t>
            </a:r>
            <a:r>
              <a:rPr dirty="0" sz="255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50" spc="335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dirty="0" sz="2550" spc="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50" spc="85">
                <a:solidFill>
                  <a:srgbClr val="FFFFFF"/>
                </a:solidFill>
                <a:latin typeface="Trebuchet MS"/>
                <a:cs typeface="Trebuchet MS"/>
              </a:rPr>
              <a:t>Frontend</a:t>
            </a:r>
            <a:r>
              <a:rPr dirty="0" sz="255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50" spc="75">
                <a:solidFill>
                  <a:srgbClr val="FFFFFF"/>
                </a:solidFill>
                <a:latin typeface="Trebuchet MS"/>
                <a:cs typeface="Trebuchet MS"/>
              </a:rPr>
              <a:t>&amp; </a:t>
            </a:r>
            <a:r>
              <a:rPr dirty="0" sz="2550" spc="60">
                <a:solidFill>
                  <a:srgbClr val="FFFFFF"/>
                </a:solidFill>
                <a:latin typeface="Trebuchet MS"/>
                <a:cs typeface="Trebuchet MS"/>
              </a:rPr>
              <a:t>Integration</a:t>
            </a:r>
            <a:endParaRPr sz="2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550">
              <a:latin typeface="Trebuchet MS"/>
              <a:cs typeface="Trebuchet MS"/>
            </a:endParaRPr>
          </a:p>
          <a:p>
            <a:pPr marL="12700" marR="274320">
              <a:lnSpc>
                <a:spcPts val="2740"/>
              </a:lnSpc>
            </a:pPr>
            <a:r>
              <a:rPr dirty="0" sz="2550" spc="240">
                <a:solidFill>
                  <a:srgbClr val="FFFFFF"/>
                </a:solidFill>
                <a:latin typeface="Trebuchet MS"/>
                <a:cs typeface="Trebuchet MS"/>
              </a:rPr>
              <a:t>Mahesh</a:t>
            </a:r>
            <a:r>
              <a:rPr dirty="0" sz="255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50" spc="335">
                <a:solidFill>
                  <a:srgbClr val="FFFFFF"/>
                </a:solidFill>
                <a:latin typeface="Trebuchet MS"/>
                <a:cs typeface="Trebuchet MS"/>
              </a:rPr>
              <a:t>–</a:t>
            </a:r>
            <a:r>
              <a:rPr dirty="0" sz="255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50">
                <a:solidFill>
                  <a:srgbClr val="FFFFFF"/>
                </a:solidFill>
                <a:latin typeface="Trebuchet MS"/>
                <a:cs typeface="Trebuchet MS"/>
              </a:rPr>
              <a:t>Testing</a:t>
            </a:r>
            <a:r>
              <a:rPr dirty="0" sz="255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550" spc="75">
                <a:solidFill>
                  <a:srgbClr val="FFFFFF"/>
                </a:solidFill>
                <a:latin typeface="Trebuchet MS"/>
                <a:cs typeface="Trebuchet MS"/>
              </a:rPr>
              <a:t>&amp; </a:t>
            </a:r>
            <a:r>
              <a:rPr dirty="0" sz="2550" spc="155">
                <a:solidFill>
                  <a:srgbClr val="FFFFFF"/>
                </a:solidFill>
                <a:latin typeface="Trebuchet MS"/>
                <a:cs typeface="Trebuchet MS"/>
              </a:rPr>
              <a:t>Documentation</a:t>
            </a:r>
            <a:endParaRPr sz="2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3112" y="3268550"/>
            <a:ext cx="1915795" cy="4794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0" b="1">
                <a:solidFill>
                  <a:srgbClr val="000000"/>
                </a:solidFill>
                <a:latin typeface="Tahoma"/>
                <a:cs typeface="Tahoma"/>
              </a:rPr>
              <a:t>Thank</a:t>
            </a:r>
            <a:r>
              <a:rPr dirty="0" spc="-70" b="1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pc="-25" b="1">
                <a:solidFill>
                  <a:srgbClr val="000000"/>
                </a:solidFill>
                <a:latin typeface="Tahoma"/>
                <a:cs typeface="Tahoma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srilekha reddy</dc:creator>
  <dc:title>Microsoft PowerPoint - TEAM 10 </dc:title>
  <dcterms:created xsi:type="dcterms:W3CDTF">2025-11-29T02:10:08Z</dcterms:created>
  <dcterms:modified xsi:type="dcterms:W3CDTF">2025-11-29T02:10:08Z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2025-11-28T00:00:00Z</vt:filetime>
  </property>
  <property fmtid="{D5CDD505-2E9C-101B-9397-08002B2CF9AE}" pid="3" name="LastSaved">
    <vt:filetime>2025-11-29T00:00:00Z</vt:filetime>
  </property>
  <property fmtid="{D5CDD505-2E9C-101B-9397-08002B2CF9AE}" pid="4" name="Producer">
    <vt:lpwstr>Microsoft: Print To PDF</vt:lpwstr>
  </property>
</Properties>
</file>